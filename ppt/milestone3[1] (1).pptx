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2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7"/>
  </p:notesMasterIdLst>
  <p:sldIdLst>
    <p:sldId id="256" r:id="rId2"/>
    <p:sldId id="290" r:id="rId3"/>
    <p:sldId id="288" r:id="rId4"/>
    <p:sldId id="289" r:id="rId5"/>
    <p:sldId id="258" r:id="rId6"/>
    <p:sldId id="259" r:id="rId7"/>
    <p:sldId id="291" r:id="rId8"/>
    <p:sldId id="292" r:id="rId9"/>
    <p:sldId id="293" r:id="rId10"/>
    <p:sldId id="294" r:id="rId11"/>
    <p:sldId id="295" r:id="rId12"/>
    <p:sldId id="296" r:id="rId13"/>
    <p:sldId id="297" r:id="rId14"/>
    <p:sldId id="316" r:id="rId15"/>
    <p:sldId id="286" r:id="rId16"/>
    <p:sldId id="298" r:id="rId17"/>
    <p:sldId id="299" r:id="rId18"/>
    <p:sldId id="300" r:id="rId19"/>
    <p:sldId id="302" r:id="rId20"/>
    <p:sldId id="303" r:id="rId21"/>
    <p:sldId id="304" r:id="rId22"/>
    <p:sldId id="305" r:id="rId23"/>
    <p:sldId id="306" r:id="rId24"/>
    <p:sldId id="317" r:id="rId25"/>
    <p:sldId id="307" r:id="rId26"/>
    <p:sldId id="308" r:id="rId27"/>
    <p:sldId id="309" r:id="rId28"/>
    <p:sldId id="310" r:id="rId29"/>
    <p:sldId id="311" r:id="rId30"/>
    <p:sldId id="312" r:id="rId31"/>
    <p:sldId id="313" r:id="rId32"/>
    <p:sldId id="314" r:id="rId33"/>
    <p:sldId id="315" r:id="rId34"/>
    <p:sldId id="260" r:id="rId35"/>
    <p:sldId id="268" r:id="rId36"/>
    <p:sldId id="269" r:id="rId37"/>
    <p:sldId id="270" r:id="rId38"/>
    <p:sldId id="284" r:id="rId39"/>
    <p:sldId id="266" r:id="rId40"/>
    <p:sldId id="271" r:id="rId41"/>
    <p:sldId id="272" r:id="rId42"/>
    <p:sldId id="274" r:id="rId43"/>
    <p:sldId id="275" r:id="rId44"/>
    <p:sldId id="276" r:id="rId45"/>
    <p:sldId id="277" r:id="rId46"/>
    <p:sldId id="279" r:id="rId47"/>
    <p:sldId id="285" r:id="rId48"/>
    <p:sldId id="267" r:id="rId49"/>
    <p:sldId id="280" r:id="rId50"/>
    <p:sldId id="281" r:id="rId51"/>
    <p:sldId id="282" r:id="rId52"/>
    <p:sldId id="283" r:id="rId53"/>
    <p:sldId id="261" r:id="rId54"/>
    <p:sldId id="262" r:id="rId55"/>
    <p:sldId id="263" r:id="rId5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F66233-ECDC-423E-9B03-EE2B95130B09}" v="37" dt="2025-03-04T01:21:27.8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84927" autoAdjust="0"/>
  </p:normalViewPr>
  <p:slideViewPr>
    <p:cSldViewPr snapToGrid="0" snapToObjects="1">
      <p:cViewPr varScale="1">
        <p:scale>
          <a:sx n="81" d="100"/>
          <a:sy n="81" d="100"/>
        </p:scale>
        <p:origin x="1498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347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y Prince" userId="a6366791-a8f0-4209-a26b-463f242bbf1d" providerId="ADAL" clId="{0BF66233-ECDC-423E-9B03-EE2B95130B09}"/>
    <pc:docChg chg="undo redo custSel addSld delSld modSld sldOrd">
      <pc:chgData name="Nicy Prince" userId="a6366791-a8f0-4209-a26b-463f242bbf1d" providerId="ADAL" clId="{0BF66233-ECDC-423E-9B03-EE2B95130B09}" dt="2025-03-04T01:21:56.858" v="872"/>
      <pc:docMkLst>
        <pc:docMk/>
      </pc:docMkLst>
      <pc:sldChg chg="modSp mod">
        <pc:chgData name="Nicy Prince" userId="a6366791-a8f0-4209-a26b-463f242bbf1d" providerId="ADAL" clId="{0BF66233-ECDC-423E-9B03-EE2B95130B09}" dt="2025-03-04T00:48:45.526" v="694" actId="20577"/>
        <pc:sldMkLst>
          <pc:docMk/>
          <pc:sldMk cId="0" sldId="262"/>
        </pc:sldMkLst>
        <pc:spChg chg="mod">
          <ac:chgData name="Nicy Prince" userId="a6366791-a8f0-4209-a26b-463f242bbf1d" providerId="ADAL" clId="{0BF66233-ECDC-423E-9B03-EE2B95130B09}" dt="2025-03-04T00:48:45.526" v="694" actId="20577"/>
          <ac:spMkLst>
            <pc:docMk/>
            <pc:sldMk cId="0" sldId="262"/>
            <ac:spMk id="2" creationId="{00000000-0000-0000-0000-000000000000}"/>
          </ac:spMkLst>
        </pc:spChg>
      </pc:sldChg>
      <pc:sldChg chg="del">
        <pc:chgData name="Nicy Prince" userId="a6366791-a8f0-4209-a26b-463f242bbf1d" providerId="ADAL" clId="{0BF66233-ECDC-423E-9B03-EE2B95130B09}" dt="2025-03-04T00:48:12.333" v="693" actId="2696"/>
        <pc:sldMkLst>
          <pc:docMk/>
          <pc:sldMk cId="0" sldId="264"/>
        </pc:sldMkLst>
      </pc:sldChg>
      <pc:sldChg chg="del">
        <pc:chgData name="Nicy Prince" userId="a6366791-a8f0-4209-a26b-463f242bbf1d" providerId="ADAL" clId="{0BF66233-ECDC-423E-9B03-EE2B95130B09}" dt="2025-03-04T00:48:04.869" v="692" actId="2696"/>
        <pc:sldMkLst>
          <pc:docMk/>
          <pc:sldMk cId="0" sldId="265"/>
        </pc:sldMkLst>
      </pc:sldChg>
      <pc:sldChg chg="modSp mod">
        <pc:chgData name="Nicy Prince" userId="a6366791-a8f0-4209-a26b-463f242bbf1d" providerId="ADAL" clId="{0BF66233-ECDC-423E-9B03-EE2B95130B09}" dt="2025-03-03T21:43:35.009" v="161" actId="12"/>
        <pc:sldMkLst>
          <pc:docMk/>
          <pc:sldMk cId="1342600452" sldId="286"/>
        </pc:sldMkLst>
        <pc:spChg chg="mod">
          <ac:chgData name="Nicy Prince" userId="a6366791-a8f0-4209-a26b-463f242bbf1d" providerId="ADAL" clId="{0BF66233-ECDC-423E-9B03-EE2B95130B09}" dt="2025-03-03T21:42:41.530" v="156"/>
          <ac:spMkLst>
            <pc:docMk/>
            <pc:sldMk cId="1342600452" sldId="286"/>
            <ac:spMk id="2" creationId="{E53E6D8D-44BD-5B9E-4574-D0332B889636}"/>
          </ac:spMkLst>
        </pc:spChg>
        <pc:spChg chg="mod">
          <ac:chgData name="Nicy Prince" userId="a6366791-a8f0-4209-a26b-463f242bbf1d" providerId="ADAL" clId="{0BF66233-ECDC-423E-9B03-EE2B95130B09}" dt="2025-03-03T21:43:35.009" v="161" actId="12"/>
          <ac:spMkLst>
            <pc:docMk/>
            <pc:sldMk cId="1342600452" sldId="286"/>
            <ac:spMk id="3" creationId="{EF7FCBD9-B2B1-DEE1-5F12-688C420E57F6}"/>
          </ac:spMkLst>
        </pc:spChg>
      </pc:sldChg>
      <pc:sldChg chg="modSp mod">
        <pc:chgData name="Nicy Prince" userId="a6366791-a8f0-4209-a26b-463f242bbf1d" providerId="ADAL" clId="{0BF66233-ECDC-423E-9B03-EE2B95130B09}" dt="2025-03-04T00:31:59.811" v="691" actId="20577"/>
        <pc:sldMkLst>
          <pc:docMk/>
          <pc:sldMk cId="2725664935" sldId="288"/>
        </pc:sldMkLst>
        <pc:spChg chg="mod">
          <ac:chgData name="Nicy Prince" userId="a6366791-a8f0-4209-a26b-463f242bbf1d" providerId="ADAL" clId="{0BF66233-ECDC-423E-9B03-EE2B95130B09}" dt="2025-03-04T00:31:59.811" v="691" actId="20577"/>
          <ac:spMkLst>
            <pc:docMk/>
            <pc:sldMk cId="2725664935" sldId="288"/>
            <ac:spMk id="3" creationId="{28848DC5-36D9-6541-00D0-3FEA14874872}"/>
          </ac:spMkLst>
        </pc:spChg>
      </pc:sldChg>
      <pc:sldChg chg="addSp delSp modSp add mod">
        <pc:chgData name="Nicy Prince" userId="a6366791-a8f0-4209-a26b-463f242bbf1d" providerId="ADAL" clId="{0BF66233-ECDC-423E-9B03-EE2B95130B09}" dt="2025-03-03T21:16:07.293" v="14" actId="20577"/>
        <pc:sldMkLst>
          <pc:docMk/>
          <pc:sldMk cId="1768745846" sldId="291"/>
        </pc:sldMkLst>
        <pc:spChg chg="mod">
          <ac:chgData name="Nicy Prince" userId="a6366791-a8f0-4209-a26b-463f242bbf1d" providerId="ADAL" clId="{0BF66233-ECDC-423E-9B03-EE2B95130B09}" dt="2025-03-03T21:15:32.503" v="5"/>
          <ac:spMkLst>
            <pc:docMk/>
            <pc:sldMk cId="1768745846" sldId="291"/>
            <ac:spMk id="2" creationId="{C2B1AF21-2ADA-6C79-E9F9-ADD055D2BEB0}"/>
          </ac:spMkLst>
        </pc:spChg>
        <pc:spChg chg="add del mod">
          <ac:chgData name="Nicy Prince" userId="a6366791-a8f0-4209-a26b-463f242bbf1d" providerId="ADAL" clId="{0BF66233-ECDC-423E-9B03-EE2B95130B09}" dt="2025-03-03T21:16:07.293" v="14" actId="20577"/>
          <ac:spMkLst>
            <pc:docMk/>
            <pc:sldMk cId="1768745846" sldId="291"/>
            <ac:spMk id="3" creationId="{638554D0-C1AF-F2BF-A23B-470FD96517F1}"/>
          </ac:spMkLst>
        </pc:spChg>
        <pc:spChg chg="add mod">
          <ac:chgData name="Nicy Prince" userId="a6366791-a8f0-4209-a26b-463f242bbf1d" providerId="ADAL" clId="{0BF66233-ECDC-423E-9B03-EE2B95130B09}" dt="2025-03-03T21:15:57.841" v="10"/>
          <ac:spMkLst>
            <pc:docMk/>
            <pc:sldMk cId="1768745846" sldId="291"/>
            <ac:spMk id="4" creationId="{6A6243ED-60FC-3A59-CFE9-9E2A495D97A6}"/>
          </ac:spMkLst>
        </pc:spChg>
      </pc:sldChg>
      <pc:sldChg chg="addSp delSp modSp add mod">
        <pc:chgData name="Nicy Prince" userId="a6366791-a8f0-4209-a26b-463f242bbf1d" providerId="ADAL" clId="{0BF66233-ECDC-423E-9B03-EE2B95130B09}" dt="2025-03-03T21:17:20.206" v="38" actId="12"/>
        <pc:sldMkLst>
          <pc:docMk/>
          <pc:sldMk cId="1756253315" sldId="292"/>
        </pc:sldMkLst>
        <pc:spChg chg="mod">
          <ac:chgData name="Nicy Prince" userId="a6366791-a8f0-4209-a26b-463f242bbf1d" providerId="ADAL" clId="{0BF66233-ECDC-423E-9B03-EE2B95130B09}" dt="2025-03-03T21:16:38.392" v="20"/>
          <ac:spMkLst>
            <pc:docMk/>
            <pc:sldMk cId="1756253315" sldId="292"/>
            <ac:spMk id="2" creationId="{FBD52E71-66A5-57F4-E693-AEE03F058B64}"/>
          </ac:spMkLst>
        </pc:spChg>
        <pc:spChg chg="add del mod">
          <ac:chgData name="Nicy Prince" userId="a6366791-a8f0-4209-a26b-463f242bbf1d" providerId="ADAL" clId="{0BF66233-ECDC-423E-9B03-EE2B95130B09}" dt="2025-03-03T21:17:20.206" v="38" actId="12"/>
          <ac:spMkLst>
            <pc:docMk/>
            <pc:sldMk cId="1756253315" sldId="292"/>
            <ac:spMk id="3" creationId="{93642E4A-81C2-B2ED-EB15-803DAA1002D3}"/>
          </ac:spMkLst>
        </pc:spChg>
        <pc:spChg chg="add mod">
          <ac:chgData name="Nicy Prince" userId="a6366791-a8f0-4209-a26b-463f242bbf1d" providerId="ADAL" clId="{0BF66233-ECDC-423E-9B03-EE2B95130B09}" dt="2025-03-03T21:16:55.562" v="29"/>
          <ac:spMkLst>
            <pc:docMk/>
            <pc:sldMk cId="1756253315" sldId="292"/>
            <ac:spMk id="4" creationId="{60DC2F19-DB17-74A6-6CBD-8A36F4D6048F}"/>
          </ac:spMkLst>
        </pc:spChg>
      </pc:sldChg>
      <pc:sldChg chg="addSp delSp modSp add mod">
        <pc:chgData name="Nicy Prince" userId="a6366791-a8f0-4209-a26b-463f242bbf1d" providerId="ADAL" clId="{0BF66233-ECDC-423E-9B03-EE2B95130B09}" dt="2025-03-03T21:19:14.472" v="75" actId="20577"/>
        <pc:sldMkLst>
          <pc:docMk/>
          <pc:sldMk cId="1717172569" sldId="293"/>
        </pc:sldMkLst>
        <pc:spChg chg="mod">
          <ac:chgData name="Nicy Prince" userId="a6366791-a8f0-4209-a26b-463f242bbf1d" providerId="ADAL" clId="{0BF66233-ECDC-423E-9B03-EE2B95130B09}" dt="2025-03-03T21:18:00.372" v="44"/>
          <ac:spMkLst>
            <pc:docMk/>
            <pc:sldMk cId="1717172569" sldId="293"/>
            <ac:spMk id="2" creationId="{55486C24-45E9-4F3A-21C5-BE0F16592B42}"/>
          </ac:spMkLst>
        </pc:spChg>
        <pc:spChg chg="add del mod">
          <ac:chgData name="Nicy Prince" userId="a6366791-a8f0-4209-a26b-463f242bbf1d" providerId="ADAL" clId="{0BF66233-ECDC-423E-9B03-EE2B95130B09}" dt="2025-03-03T21:19:14.472" v="75" actId="20577"/>
          <ac:spMkLst>
            <pc:docMk/>
            <pc:sldMk cId="1717172569" sldId="293"/>
            <ac:spMk id="3" creationId="{FB090CE9-7A1D-4BFF-90D7-75C20ACDA63E}"/>
          </ac:spMkLst>
        </pc:spChg>
        <pc:spChg chg="add mod">
          <ac:chgData name="Nicy Prince" userId="a6366791-a8f0-4209-a26b-463f242bbf1d" providerId="ADAL" clId="{0BF66233-ECDC-423E-9B03-EE2B95130B09}" dt="2025-03-03T21:18:17.407" v="49"/>
          <ac:spMkLst>
            <pc:docMk/>
            <pc:sldMk cId="1717172569" sldId="293"/>
            <ac:spMk id="4" creationId="{ABCB562A-CABA-B49E-3D32-2CD19AF47ADC}"/>
          </ac:spMkLst>
        </pc:spChg>
      </pc:sldChg>
      <pc:sldChg chg="addSp modSp add mod">
        <pc:chgData name="Nicy Prince" userId="a6366791-a8f0-4209-a26b-463f242bbf1d" providerId="ADAL" clId="{0BF66233-ECDC-423E-9B03-EE2B95130B09}" dt="2025-03-03T21:20:34.933" v="86" actId="20577"/>
        <pc:sldMkLst>
          <pc:docMk/>
          <pc:sldMk cId="1254319816" sldId="294"/>
        </pc:sldMkLst>
        <pc:spChg chg="mod">
          <ac:chgData name="Nicy Prince" userId="a6366791-a8f0-4209-a26b-463f242bbf1d" providerId="ADAL" clId="{0BF66233-ECDC-423E-9B03-EE2B95130B09}" dt="2025-03-03T21:20:34.933" v="86" actId="20577"/>
          <ac:spMkLst>
            <pc:docMk/>
            <pc:sldMk cId="1254319816" sldId="294"/>
            <ac:spMk id="3" creationId="{83DF5C8B-30D4-F4E2-6C90-002E20873C53}"/>
          </ac:spMkLst>
        </pc:spChg>
        <pc:spChg chg="add">
          <ac:chgData name="Nicy Prince" userId="a6366791-a8f0-4209-a26b-463f242bbf1d" providerId="ADAL" clId="{0BF66233-ECDC-423E-9B03-EE2B95130B09}" dt="2025-03-03T21:19:49.987" v="83"/>
          <ac:spMkLst>
            <pc:docMk/>
            <pc:sldMk cId="1254319816" sldId="294"/>
            <ac:spMk id="4" creationId="{531ADCB0-AF5F-2715-267A-5913BF74D8F7}"/>
          </ac:spMkLst>
        </pc:spChg>
      </pc:sldChg>
      <pc:sldChg chg="modSp add mod">
        <pc:chgData name="Nicy Prince" userId="a6366791-a8f0-4209-a26b-463f242bbf1d" providerId="ADAL" clId="{0BF66233-ECDC-423E-9B03-EE2B95130B09}" dt="2025-03-03T21:22:01.412" v="101" actId="27636"/>
        <pc:sldMkLst>
          <pc:docMk/>
          <pc:sldMk cId="3421358325" sldId="295"/>
        </pc:sldMkLst>
        <pc:spChg chg="mod">
          <ac:chgData name="Nicy Prince" userId="a6366791-a8f0-4209-a26b-463f242bbf1d" providerId="ADAL" clId="{0BF66233-ECDC-423E-9B03-EE2B95130B09}" dt="2025-03-03T21:22:01.412" v="101" actId="27636"/>
          <ac:spMkLst>
            <pc:docMk/>
            <pc:sldMk cId="3421358325" sldId="295"/>
            <ac:spMk id="3" creationId="{D59CBC00-D79F-5D1C-8128-441E0B7C3602}"/>
          </ac:spMkLst>
        </pc:spChg>
      </pc:sldChg>
      <pc:sldChg chg="modSp add mod">
        <pc:chgData name="Nicy Prince" userId="a6366791-a8f0-4209-a26b-463f242bbf1d" providerId="ADAL" clId="{0BF66233-ECDC-423E-9B03-EE2B95130B09}" dt="2025-03-03T21:23:07.165" v="111" actId="20577"/>
        <pc:sldMkLst>
          <pc:docMk/>
          <pc:sldMk cId="807424098" sldId="296"/>
        </pc:sldMkLst>
        <pc:spChg chg="mod">
          <ac:chgData name="Nicy Prince" userId="a6366791-a8f0-4209-a26b-463f242bbf1d" providerId="ADAL" clId="{0BF66233-ECDC-423E-9B03-EE2B95130B09}" dt="2025-03-03T21:23:07.165" v="111" actId="20577"/>
          <ac:spMkLst>
            <pc:docMk/>
            <pc:sldMk cId="807424098" sldId="296"/>
            <ac:spMk id="3" creationId="{A16714D8-5512-5D0A-D7BC-B165F6695F64}"/>
          </ac:spMkLst>
        </pc:spChg>
      </pc:sldChg>
      <pc:sldChg chg="modSp add mod">
        <pc:chgData name="Nicy Prince" userId="a6366791-a8f0-4209-a26b-463f242bbf1d" providerId="ADAL" clId="{0BF66233-ECDC-423E-9B03-EE2B95130B09}" dt="2025-03-03T21:41:26.554" v="151" actId="12"/>
        <pc:sldMkLst>
          <pc:docMk/>
          <pc:sldMk cId="199793724" sldId="297"/>
        </pc:sldMkLst>
        <pc:spChg chg="mod">
          <ac:chgData name="Nicy Prince" userId="a6366791-a8f0-4209-a26b-463f242bbf1d" providerId="ADAL" clId="{0BF66233-ECDC-423E-9B03-EE2B95130B09}" dt="2025-03-03T21:39:56.455" v="117"/>
          <ac:spMkLst>
            <pc:docMk/>
            <pc:sldMk cId="199793724" sldId="297"/>
            <ac:spMk id="2" creationId="{8DF94BD4-3590-FA17-10FB-3DF7570A1063}"/>
          </ac:spMkLst>
        </pc:spChg>
        <pc:spChg chg="mod">
          <ac:chgData name="Nicy Prince" userId="a6366791-a8f0-4209-a26b-463f242bbf1d" providerId="ADAL" clId="{0BF66233-ECDC-423E-9B03-EE2B95130B09}" dt="2025-03-03T21:41:26.554" v="151" actId="12"/>
          <ac:spMkLst>
            <pc:docMk/>
            <pc:sldMk cId="199793724" sldId="297"/>
            <ac:spMk id="3" creationId="{D3F6CCD4-C983-0BED-187B-DE7D1D4AF6E6}"/>
          </ac:spMkLst>
        </pc:spChg>
      </pc:sldChg>
      <pc:sldChg chg="modSp add mod">
        <pc:chgData name="Nicy Prince" userId="a6366791-a8f0-4209-a26b-463f242bbf1d" providerId="ADAL" clId="{0BF66233-ECDC-423E-9B03-EE2B95130B09}" dt="2025-03-03T21:45:17.839" v="170" actId="20577"/>
        <pc:sldMkLst>
          <pc:docMk/>
          <pc:sldMk cId="1160522136" sldId="298"/>
        </pc:sldMkLst>
        <pc:spChg chg="mod">
          <ac:chgData name="Nicy Prince" userId="a6366791-a8f0-4209-a26b-463f242bbf1d" providerId="ADAL" clId="{0BF66233-ECDC-423E-9B03-EE2B95130B09}" dt="2025-03-03T21:44:44.157" v="167"/>
          <ac:spMkLst>
            <pc:docMk/>
            <pc:sldMk cId="1160522136" sldId="298"/>
            <ac:spMk id="2" creationId="{34638809-9095-6343-ED7D-1E906BBCBEB8}"/>
          </ac:spMkLst>
        </pc:spChg>
        <pc:spChg chg="mod">
          <ac:chgData name="Nicy Prince" userId="a6366791-a8f0-4209-a26b-463f242bbf1d" providerId="ADAL" clId="{0BF66233-ECDC-423E-9B03-EE2B95130B09}" dt="2025-03-03T21:45:17.839" v="170" actId="20577"/>
          <ac:spMkLst>
            <pc:docMk/>
            <pc:sldMk cId="1160522136" sldId="298"/>
            <ac:spMk id="3" creationId="{4CA99B0D-9DE3-D213-65E8-ABDE74ABD652}"/>
          </ac:spMkLst>
        </pc:spChg>
      </pc:sldChg>
      <pc:sldChg chg="addSp delSp modSp add mod">
        <pc:chgData name="Nicy Prince" userId="a6366791-a8f0-4209-a26b-463f242bbf1d" providerId="ADAL" clId="{0BF66233-ECDC-423E-9B03-EE2B95130B09}" dt="2025-03-03T21:50:17.033" v="256" actId="20577"/>
        <pc:sldMkLst>
          <pc:docMk/>
          <pc:sldMk cId="317467174" sldId="299"/>
        </pc:sldMkLst>
        <pc:spChg chg="mod">
          <ac:chgData name="Nicy Prince" userId="a6366791-a8f0-4209-a26b-463f242bbf1d" providerId="ADAL" clId="{0BF66233-ECDC-423E-9B03-EE2B95130B09}" dt="2025-03-03T21:45:58.077" v="176"/>
          <ac:spMkLst>
            <pc:docMk/>
            <pc:sldMk cId="317467174" sldId="299"/>
            <ac:spMk id="2" creationId="{0979AC24-93A1-AF3E-1EAD-2131ABCB5E2C}"/>
          </ac:spMkLst>
        </pc:spChg>
        <pc:spChg chg="mod">
          <ac:chgData name="Nicy Prince" userId="a6366791-a8f0-4209-a26b-463f242bbf1d" providerId="ADAL" clId="{0BF66233-ECDC-423E-9B03-EE2B95130B09}" dt="2025-03-03T21:50:17.033" v="256" actId="20577"/>
          <ac:spMkLst>
            <pc:docMk/>
            <pc:sldMk cId="317467174" sldId="299"/>
            <ac:spMk id="3" creationId="{87746316-8850-1BFF-C999-F42E803CF839}"/>
          </ac:spMkLst>
        </pc:spChg>
        <pc:picChg chg="add del mod">
          <ac:chgData name="Nicy Prince" userId="a6366791-a8f0-4209-a26b-463f242bbf1d" providerId="ADAL" clId="{0BF66233-ECDC-423E-9B03-EE2B95130B09}" dt="2025-03-03T21:49:01.485" v="239" actId="478"/>
          <ac:picMkLst>
            <pc:docMk/>
            <pc:sldMk cId="317467174" sldId="299"/>
            <ac:picMk id="5" creationId="{2A5C65AD-40EF-21A1-F7C1-001439AA46E7}"/>
          </ac:picMkLst>
        </pc:picChg>
      </pc:sldChg>
      <pc:sldChg chg="modSp add mod ord">
        <pc:chgData name="Nicy Prince" userId="a6366791-a8f0-4209-a26b-463f242bbf1d" providerId="ADAL" clId="{0BF66233-ECDC-423E-9B03-EE2B95130B09}" dt="2025-03-03T21:52:19.490" v="274" actId="20577"/>
        <pc:sldMkLst>
          <pc:docMk/>
          <pc:sldMk cId="1806759589" sldId="300"/>
        </pc:sldMkLst>
        <pc:spChg chg="mod">
          <ac:chgData name="Nicy Prince" userId="a6366791-a8f0-4209-a26b-463f242bbf1d" providerId="ADAL" clId="{0BF66233-ECDC-423E-9B03-EE2B95130B09}" dt="2025-03-03T21:51:52.963" v="271"/>
          <ac:spMkLst>
            <pc:docMk/>
            <pc:sldMk cId="1806759589" sldId="300"/>
            <ac:spMk id="2" creationId="{E763C298-1CAA-5926-CF37-AF16C80334FA}"/>
          </ac:spMkLst>
        </pc:spChg>
        <pc:spChg chg="mod">
          <ac:chgData name="Nicy Prince" userId="a6366791-a8f0-4209-a26b-463f242bbf1d" providerId="ADAL" clId="{0BF66233-ECDC-423E-9B03-EE2B95130B09}" dt="2025-03-03T21:52:19.490" v="274" actId="20577"/>
          <ac:spMkLst>
            <pc:docMk/>
            <pc:sldMk cId="1806759589" sldId="300"/>
            <ac:spMk id="3" creationId="{436AD0B9-FAAB-CB0E-8356-D10C363F8706}"/>
          </ac:spMkLst>
        </pc:spChg>
      </pc:sldChg>
      <pc:sldChg chg="add del">
        <pc:chgData name="Nicy Prince" userId="a6366791-a8f0-4209-a26b-463f242bbf1d" providerId="ADAL" clId="{0BF66233-ECDC-423E-9B03-EE2B95130B09}" dt="2025-03-03T21:50:57.099" v="258" actId="47"/>
        <pc:sldMkLst>
          <pc:docMk/>
          <pc:sldMk cId="2645671237" sldId="300"/>
        </pc:sldMkLst>
      </pc:sldChg>
      <pc:sldChg chg="add del">
        <pc:chgData name="Nicy Prince" userId="a6366791-a8f0-4209-a26b-463f242bbf1d" providerId="ADAL" clId="{0BF66233-ECDC-423E-9B03-EE2B95130B09}" dt="2025-03-03T23:56:42.187" v="368" actId="47"/>
        <pc:sldMkLst>
          <pc:docMk/>
          <pc:sldMk cId="3615238927" sldId="301"/>
        </pc:sldMkLst>
      </pc:sldChg>
      <pc:sldChg chg="modSp add mod">
        <pc:chgData name="Nicy Prince" userId="a6366791-a8f0-4209-a26b-463f242bbf1d" providerId="ADAL" clId="{0BF66233-ECDC-423E-9B03-EE2B95130B09}" dt="2025-03-03T23:52:10.935" v="286" actId="20577"/>
        <pc:sldMkLst>
          <pc:docMk/>
          <pc:sldMk cId="3296432147" sldId="302"/>
        </pc:sldMkLst>
        <pc:spChg chg="mod">
          <ac:chgData name="Nicy Prince" userId="a6366791-a8f0-4209-a26b-463f242bbf1d" providerId="ADAL" clId="{0BF66233-ECDC-423E-9B03-EE2B95130B09}" dt="2025-03-03T23:52:10.935" v="286" actId="20577"/>
          <ac:spMkLst>
            <pc:docMk/>
            <pc:sldMk cId="3296432147" sldId="302"/>
            <ac:spMk id="3" creationId="{E141B2C4-B147-DD69-517D-191CA5FD3905}"/>
          </ac:spMkLst>
        </pc:spChg>
      </pc:sldChg>
      <pc:sldChg chg="modSp add mod">
        <pc:chgData name="Nicy Prince" userId="a6366791-a8f0-4209-a26b-463f242bbf1d" providerId="ADAL" clId="{0BF66233-ECDC-423E-9B03-EE2B95130B09}" dt="2025-03-03T23:56:28.094" v="367" actId="113"/>
        <pc:sldMkLst>
          <pc:docMk/>
          <pc:sldMk cId="3366759763" sldId="303"/>
        </pc:sldMkLst>
        <pc:spChg chg="mod">
          <ac:chgData name="Nicy Prince" userId="a6366791-a8f0-4209-a26b-463f242bbf1d" providerId="ADAL" clId="{0BF66233-ECDC-423E-9B03-EE2B95130B09}" dt="2025-03-03T23:56:28.094" v="367" actId="113"/>
          <ac:spMkLst>
            <pc:docMk/>
            <pc:sldMk cId="3366759763" sldId="303"/>
            <ac:spMk id="3" creationId="{8A849999-3222-5164-E63C-7C735807A637}"/>
          </ac:spMkLst>
        </pc:spChg>
      </pc:sldChg>
      <pc:sldChg chg="modSp add mod">
        <pc:chgData name="Nicy Prince" userId="a6366791-a8f0-4209-a26b-463f242bbf1d" providerId="ADAL" clId="{0BF66233-ECDC-423E-9B03-EE2B95130B09}" dt="2025-03-04T00:00:27.466" v="430" actId="20577"/>
        <pc:sldMkLst>
          <pc:docMk/>
          <pc:sldMk cId="2022164437" sldId="304"/>
        </pc:sldMkLst>
        <pc:spChg chg="mod">
          <ac:chgData name="Nicy Prince" userId="a6366791-a8f0-4209-a26b-463f242bbf1d" providerId="ADAL" clId="{0BF66233-ECDC-423E-9B03-EE2B95130B09}" dt="2025-03-04T00:00:27.466" v="430" actId="20577"/>
          <ac:spMkLst>
            <pc:docMk/>
            <pc:sldMk cId="2022164437" sldId="304"/>
            <ac:spMk id="3" creationId="{1363AC2D-569E-4561-9FD5-9ED0E4EB26ED}"/>
          </ac:spMkLst>
        </pc:spChg>
      </pc:sldChg>
      <pc:sldChg chg="modSp add mod">
        <pc:chgData name="Nicy Prince" userId="a6366791-a8f0-4209-a26b-463f242bbf1d" providerId="ADAL" clId="{0BF66233-ECDC-423E-9B03-EE2B95130B09}" dt="2025-03-04T00:02:40.048" v="439" actId="12"/>
        <pc:sldMkLst>
          <pc:docMk/>
          <pc:sldMk cId="2798509132" sldId="305"/>
        </pc:sldMkLst>
        <pc:spChg chg="mod">
          <ac:chgData name="Nicy Prince" userId="a6366791-a8f0-4209-a26b-463f242bbf1d" providerId="ADAL" clId="{0BF66233-ECDC-423E-9B03-EE2B95130B09}" dt="2025-03-04T00:02:08.662" v="436"/>
          <ac:spMkLst>
            <pc:docMk/>
            <pc:sldMk cId="2798509132" sldId="305"/>
            <ac:spMk id="2" creationId="{2E36A470-44AE-5976-408E-AE85DC0F14E5}"/>
          </ac:spMkLst>
        </pc:spChg>
        <pc:spChg chg="mod">
          <ac:chgData name="Nicy Prince" userId="a6366791-a8f0-4209-a26b-463f242bbf1d" providerId="ADAL" clId="{0BF66233-ECDC-423E-9B03-EE2B95130B09}" dt="2025-03-04T00:02:40.048" v="439" actId="12"/>
          <ac:spMkLst>
            <pc:docMk/>
            <pc:sldMk cId="2798509132" sldId="305"/>
            <ac:spMk id="3" creationId="{C9F742F1-C7FD-93B1-63F4-A93195E13B8C}"/>
          </ac:spMkLst>
        </pc:spChg>
      </pc:sldChg>
      <pc:sldChg chg="modSp add mod">
        <pc:chgData name="Nicy Prince" userId="a6366791-a8f0-4209-a26b-463f242bbf1d" providerId="ADAL" clId="{0BF66233-ECDC-423E-9B03-EE2B95130B09}" dt="2025-03-04T00:06:12.036" v="549" actId="20577"/>
        <pc:sldMkLst>
          <pc:docMk/>
          <pc:sldMk cId="515611421" sldId="306"/>
        </pc:sldMkLst>
        <pc:spChg chg="mod">
          <ac:chgData name="Nicy Prince" userId="a6366791-a8f0-4209-a26b-463f242bbf1d" providerId="ADAL" clId="{0BF66233-ECDC-423E-9B03-EE2B95130B09}" dt="2025-03-04T00:04:57.301" v="445"/>
          <ac:spMkLst>
            <pc:docMk/>
            <pc:sldMk cId="515611421" sldId="306"/>
            <ac:spMk id="2" creationId="{D12F7A26-DA9C-403B-BFDD-088742071442}"/>
          </ac:spMkLst>
        </pc:spChg>
        <pc:spChg chg="mod">
          <ac:chgData name="Nicy Prince" userId="a6366791-a8f0-4209-a26b-463f242bbf1d" providerId="ADAL" clId="{0BF66233-ECDC-423E-9B03-EE2B95130B09}" dt="2025-03-04T00:06:12.036" v="549" actId="20577"/>
          <ac:spMkLst>
            <pc:docMk/>
            <pc:sldMk cId="515611421" sldId="306"/>
            <ac:spMk id="3" creationId="{AE7418DD-A6B8-A9F5-EF4F-EA47BADBFDF0}"/>
          </ac:spMkLst>
        </pc:spChg>
      </pc:sldChg>
      <pc:sldChg chg="modSp add mod">
        <pc:chgData name="Nicy Prince" userId="a6366791-a8f0-4209-a26b-463f242bbf1d" providerId="ADAL" clId="{0BF66233-ECDC-423E-9B03-EE2B95130B09}" dt="2025-03-04T00:07:36.776" v="558" actId="12"/>
        <pc:sldMkLst>
          <pc:docMk/>
          <pc:sldMk cId="2975086191" sldId="307"/>
        </pc:sldMkLst>
        <pc:spChg chg="mod">
          <ac:chgData name="Nicy Prince" userId="a6366791-a8f0-4209-a26b-463f242bbf1d" providerId="ADAL" clId="{0BF66233-ECDC-423E-9B03-EE2B95130B09}" dt="2025-03-04T00:07:04.833" v="556"/>
          <ac:spMkLst>
            <pc:docMk/>
            <pc:sldMk cId="2975086191" sldId="307"/>
            <ac:spMk id="2" creationId="{5721A162-2EFD-095B-06BC-A36FCDA904A8}"/>
          </ac:spMkLst>
        </pc:spChg>
        <pc:spChg chg="mod">
          <ac:chgData name="Nicy Prince" userId="a6366791-a8f0-4209-a26b-463f242bbf1d" providerId="ADAL" clId="{0BF66233-ECDC-423E-9B03-EE2B95130B09}" dt="2025-03-04T00:07:36.776" v="558" actId="12"/>
          <ac:spMkLst>
            <pc:docMk/>
            <pc:sldMk cId="2975086191" sldId="307"/>
            <ac:spMk id="3" creationId="{DE820F5F-A23A-9AFB-52FE-960FEDC57007}"/>
          </ac:spMkLst>
        </pc:spChg>
      </pc:sldChg>
      <pc:sldChg chg="modSp add mod">
        <pc:chgData name="Nicy Prince" userId="a6366791-a8f0-4209-a26b-463f242bbf1d" providerId="ADAL" clId="{0BF66233-ECDC-423E-9B03-EE2B95130B09}" dt="2025-03-04T00:08:25.493" v="565"/>
        <pc:sldMkLst>
          <pc:docMk/>
          <pc:sldMk cId="4260785242" sldId="308"/>
        </pc:sldMkLst>
        <pc:spChg chg="mod">
          <ac:chgData name="Nicy Prince" userId="a6366791-a8f0-4209-a26b-463f242bbf1d" providerId="ADAL" clId="{0BF66233-ECDC-423E-9B03-EE2B95130B09}" dt="2025-03-04T00:08:06.922" v="564"/>
          <ac:spMkLst>
            <pc:docMk/>
            <pc:sldMk cId="4260785242" sldId="308"/>
            <ac:spMk id="2" creationId="{7EC1C39F-78FA-1386-007D-3C7718E5818E}"/>
          </ac:spMkLst>
        </pc:spChg>
        <pc:spChg chg="mod">
          <ac:chgData name="Nicy Prince" userId="a6366791-a8f0-4209-a26b-463f242bbf1d" providerId="ADAL" clId="{0BF66233-ECDC-423E-9B03-EE2B95130B09}" dt="2025-03-04T00:08:25.493" v="565"/>
          <ac:spMkLst>
            <pc:docMk/>
            <pc:sldMk cId="4260785242" sldId="308"/>
            <ac:spMk id="3" creationId="{54F11EAB-3BDC-D1FD-6BFD-66F327211C0A}"/>
          </ac:spMkLst>
        </pc:spChg>
      </pc:sldChg>
      <pc:sldChg chg="modSp add mod ord">
        <pc:chgData name="Nicy Prince" userId="a6366791-a8f0-4209-a26b-463f242bbf1d" providerId="ADAL" clId="{0BF66233-ECDC-423E-9B03-EE2B95130B09}" dt="2025-03-04T00:11:19.226" v="582"/>
        <pc:sldMkLst>
          <pc:docMk/>
          <pc:sldMk cId="1546866510" sldId="309"/>
        </pc:sldMkLst>
        <pc:spChg chg="mod">
          <ac:chgData name="Nicy Prince" userId="a6366791-a8f0-4209-a26b-463f242bbf1d" providerId="ADAL" clId="{0BF66233-ECDC-423E-9B03-EE2B95130B09}" dt="2025-03-04T00:09:00.370" v="571"/>
          <ac:spMkLst>
            <pc:docMk/>
            <pc:sldMk cId="1546866510" sldId="309"/>
            <ac:spMk id="2" creationId="{075F73C4-769D-15C7-1C01-AFEF730F157B}"/>
          </ac:spMkLst>
        </pc:spChg>
        <pc:spChg chg="mod">
          <ac:chgData name="Nicy Prince" userId="a6366791-a8f0-4209-a26b-463f242bbf1d" providerId="ADAL" clId="{0BF66233-ECDC-423E-9B03-EE2B95130B09}" dt="2025-03-04T00:09:58.153" v="575" actId="5793"/>
          <ac:spMkLst>
            <pc:docMk/>
            <pc:sldMk cId="1546866510" sldId="309"/>
            <ac:spMk id="3" creationId="{4D410D01-0716-7949-8FED-8730D4101578}"/>
          </ac:spMkLst>
        </pc:spChg>
      </pc:sldChg>
      <pc:sldChg chg="modSp add mod ord">
        <pc:chgData name="Nicy Prince" userId="a6366791-a8f0-4209-a26b-463f242bbf1d" providerId="ADAL" clId="{0BF66233-ECDC-423E-9B03-EE2B95130B09}" dt="2025-03-04T00:13:00.253" v="588"/>
        <pc:sldMkLst>
          <pc:docMk/>
          <pc:sldMk cId="4232549239" sldId="310"/>
        </pc:sldMkLst>
        <pc:spChg chg="mod">
          <ac:chgData name="Nicy Prince" userId="a6366791-a8f0-4209-a26b-463f242bbf1d" providerId="ADAL" clId="{0BF66233-ECDC-423E-9B03-EE2B95130B09}" dt="2025-03-04T00:13:00.253" v="588"/>
          <ac:spMkLst>
            <pc:docMk/>
            <pc:sldMk cId="4232549239" sldId="310"/>
            <ac:spMk id="2" creationId="{741C5E8B-FABF-4C76-3649-77A2FC5FF049}"/>
          </ac:spMkLst>
        </pc:spChg>
      </pc:sldChg>
      <pc:sldChg chg="modSp add mod ord">
        <pc:chgData name="Nicy Prince" userId="a6366791-a8f0-4209-a26b-463f242bbf1d" providerId="ADAL" clId="{0BF66233-ECDC-423E-9B03-EE2B95130B09}" dt="2025-03-04T00:22:19.269" v="662"/>
        <pc:sldMkLst>
          <pc:docMk/>
          <pc:sldMk cId="1319668193" sldId="311"/>
        </pc:sldMkLst>
        <pc:spChg chg="mod">
          <ac:chgData name="Nicy Prince" userId="a6366791-a8f0-4209-a26b-463f242bbf1d" providerId="ADAL" clId="{0BF66233-ECDC-423E-9B03-EE2B95130B09}" dt="2025-03-04T00:22:19.269" v="662"/>
          <ac:spMkLst>
            <pc:docMk/>
            <pc:sldMk cId="1319668193" sldId="311"/>
            <ac:spMk id="2" creationId="{E3A1A9CD-13C1-A3CB-DC17-E3C111C2C5D0}"/>
          </ac:spMkLst>
        </pc:spChg>
        <pc:spChg chg="mod">
          <ac:chgData name="Nicy Prince" userId="a6366791-a8f0-4209-a26b-463f242bbf1d" providerId="ADAL" clId="{0BF66233-ECDC-423E-9B03-EE2B95130B09}" dt="2025-03-04T00:17:45.439" v="626"/>
          <ac:spMkLst>
            <pc:docMk/>
            <pc:sldMk cId="1319668193" sldId="311"/>
            <ac:spMk id="3" creationId="{93B41DDD-9603-2030-F451-03A3E4AE0991}"/>
          </ac:spMkLst>
        </pc:spChg>
      </pc:sldChg>
      <pc:sldChg chg="add del">
        <pc:chgData name="Nicy Prince" userId="a6366791-a8f0-4209-a26b-463f242bbf1d" providerId="ADAL" clId="{0BF66233-ECDC-423E-9B03-EE2B95130B09}" dt="2025-03-04T00:13:44.043" v="589" actId="47"/>
        <pc:sldMkLst>
          <pc:docMk/>
          <pc:sldMk cId="3617153684" sldId="311"/>
        </pc:sldMkLst>
      </pc:sldChg>
      <pc:sldChg chg="modSp add mod ord">
        <pc:chgData name="Nicy Prince" userId="a6366791-a8f0-4209-a26b-463f242bbf1d" providerId="ADAL" clId="{0BF66233-ECDC-423E-9B03-EE2B95130B09}" dt="2025-03-04T00:20:49.330" v="656"/>
        <pc:sldMkLst>
          <pc:docMk/>
          <pc:sldMk cId="484720248" sldId="312"/>
        </pc:sldMkLst>
        <pc:spChg chg="mod">
          <ac:chgData name="Nicy Prince" userId="a6366791-a8f0-4209-a26b-463f242bbf1d" providerId="ADAL" clId="{0BF66233-ECDC-423E-9B03-EE2B95130B09}" dt="2025-03-04T00:20:37.782" v="654"/>
          <ac:spMkLst>
            <pc:docMk/>
            <pc:sldMk cId="484720248" sldId="312"/>
            <ac:spMk id="2" creationId="{7CF0E23F-8BE7-64D3-2577-75FA8AB13296}"/>
          </ac:spMkLst>
        </pc:spChg>
        <pc:spChg chg="mod">
          <ac:chgData name="Nicy Prince" userId="a6366791-a8f0-4209-a26b-463f242bbf1d" providerId="ADAL" clId="{0BF66233-ECDC-423E-9B03-EE2B95130B09}" dt="2025-03-04T00:20:12.071" v="649" actId="1076"/>
          <ac:spMkLst>
            <pc:docMk/>
            <pc:sldMk cId="484720248" sldId="312"/>
            <ac:spMk id="3" creationId="{0D4D1829-F53F-DCB0-C849-B4066AAA1C30}"/>
          </ac:spMkLst>
        </pc:spChg>
      </pc:sldChg>
      <pc:sldChg chg="modSp add mod ord">
        <pc:chgData name="Nicy Prince" userId="a6366791-a8f0-4209-a26b-463f242bbf1d" providerId="ADAL" clId="{0BF66233-ECDC-423E-9B03-EE2B95130B09}" dt="2025-03-04T00:22:54.182" v="668"/>
        <pc:sldMkLst>
          <pc:docMk/>
          <pc:sldMk cId="835991820" sldId="313"/>
        </pc:sldMkLst>
        <pc:spChg chg="mod">
          <ac:chgData name="Nicy Prince" userId="a6366791-a8f0-4209-a26b-463f242bbf1d" providerId="ADAL" clId="{0BF66233-ECDC-423E-9B03-EE2B95130B09}" dt="2025-03-04T00:22:28.999" v="663"/>
          <ac:spMkLst>
            <pc:docMk/>
            <pc:sldMk cId="835991820" sldId="313"/>
            <ac:spMk id="2" creationId="{1F65AD47-1682-1659-CD47-71E7D39EFEEC}"/>
          </ac:spMkLst>
        </pc:spChg>
        <pc:spChg chg="mod">
          <ac:chgData name="Nicy Prince" userId="a6366791-a8f0-4209-a26b-463f242bbf1d" providerId="ADAL" clId="{0BF66233-ECDC-423E-9B03-EE2B95130B09}" dt="2025-03-04T00:22:54.182" v="668"/>
          <ac:spMkLst>
            <pc:docMk/>
            <pc:sldMk cId="835991820" sldId="313"/>
            <ac:spMk id="3" creationId="{623CD444-161C-2F60-D31E-6B18AE51108D}"/>
          </ac:spMkLst>
        </pc:spChg>
      </pc:sldChg>
      <pc:sldChg chg="modSp add mod ord">
        <pc:chgData name="Nicy Prince" userId="a6366791-a8f0-4209-a26b-463f242bbf1d" providerId="ADAL" clId="{0BF66233-ECDC-423E-9B03-EE2B95130B09}" dt="2025-03-04T00:25:52.248" v="682" actId="27636"/>
        <pc:sldMkLst>
          <pc:docMk/>
          <pc:sldMk cId="3036892632" sldId="314"/>
        </pc:sldMkLst>
        <pc:spChg chg="mod">
          <ac:chgData name="Nicy Prince" userId="a6366791-a8f0-4209-a26b-463f242bbf1d" providerId="ADAL" clId="{0BF66233-ECDC-423E-9B03-EE2B95130B09}" dt="2025-03-04T00:25:15.783" v="676"/>
          <ac:spMkLst>
            <pc:docMk/>
            <pc:sldMk cId="3036892632" sldId="314"/>
            <ac:spMk id="2" creationId="{10AEE04D-066B-BA20-5A99-F5603ABCE306}"/>
          </ac:spMkLst>
        </pc:spChg>
        <pc:spChg chg="mod">
          <ac:chgData name="Nicy Prince" userId="a6366791-a8f0-4209-a26b-463f242bbf1d" providerId="ADAL" clId="{0BF66233-ECDC-423E-9B03-EE2B95130B09}" dt="2025-03-04T00:25:52.248" v="682" actId="27636"/>
          <ac:spMkLst>
            <pc:docMk/>
            <pc:sldMk cId="3036892632" sldId="314"/>
            <ac:spMk id="3" creationId="{D9FB9ED1-BD35-7805-DB33-4CC1A65F0834}"/>
          </ac:spMkLst>
        </pc:spChg>
      </pc:sldChg>
      <pc:sldChg chg="modSp add mod">
        <pc:chgData name="Nicy Prince" userId="a6366791-a8f0-4209-a26b-463f242bbf1d" providerId="ADAL" clId="{0BF66233-ECDC-423E-9B03-EE2B95130B09}" dt="2025-03-04T00:28:12.546" v="690" actId="27636"/>
        <pc:sldMkLst>
          <pc:docMk/>
          <pc:sldMk cId="2904054250" sldId="315"/>
        </pc:sldMkLst>
        <pc:spChg chg="mod">
          <ac:chgData name="Nicy Prince" userId="a6366791-a8f0-4209-a26b-463f242bbf1d" providerId="ADAL" clId="{0BF66233-ECDC-423E-9B03-EE2B95130B09}" dt="2025-03-04T00:27:45.357" v="688"/>
          <ac:spMkLst>
            <pc:docMk/>
            <pc:sldMk cId="2904054250" sldId="315"/>
            <ac:spMk id="2" creationId="{45CF0C81-2829-55CA-158E-4FE0E3C35995}"/>
          </ac:spMkLst>
        </pc:spChg>
        <pc:spChg chg="mod">
          <ac:chgData name="Nicy Prince" userId="a6366791-a8f0-4209-a26b-463f242bbf1d" providerId="ADAL" clId="{0BF66233-ECDC-423E-9B03-EE2B95130B09}" dt="2025-03-04T00:28:12.546" v="690" actId="27636"/>
          <ac:spMkLst>
            <pc:docMk/>
            <pc:sldMk cId="2904054250" sldId="315"/>
            <ac:spMk id="3" creationId="{1ADA8EE1-D964-3FC9-6199-499B4251C96D}"/>
          </ac:spMkLst>
        </pc:spChg>
      </pc:sldChg>
      <pc:sldChg chg="addSp delSp modSp add mod setBg setClrOvrMap">
        <pc:chgData name="Nicy Prince" userId="a6366791-a8f0-4209-a26b-463f242bbf1d" providerId="ADAL" clId="{0BF66233-ECDC-423E-9B03-EE2B95130B09}" dt="2025-03-04T01:21:56.858" v="872"/>
        <pc:sldMkLst>
          <pc:docMk/>
          <pc:sldMk cId="2103777692" sldId="316"/>
        </pc:sldMkLst>
        <pc:spChg chg="mod">
          <ac:chgData name="Nicy Prince" userId="a6366791-a8f0-4209-a26b-463f242bbf1d" providerId="ADAL" clId="{0BF66233-ECDC-423E-9B03-EE2B95130B09}" dt="2025-03-04T01:00:32.422" v="809" actId="26606"/>
          <ac:spMkLst>
            <pc:docMk/>
            <pc:sldMk cId="2103777692" sldId="316"/>
            <ac:spMk id="2" creationId="{6B6ACA82-59DA-12EF-404E-1E553EF59802}"/>
          </ac:spMkLst>
        </pc:spChg>
        <pc:spChg chg="mod">
          <ac:chgData name="Nicy Prince" userId="a6366791-a8f0-4209-a26b-463f242bbf1d" providerId="ADAL" clId="{0BF66233-ECDC-423E-9B03-EE2B95130B09}" dt="2025-03-04T01:21:08.797" v="862"/>
          <ac:spMkLst>
            <pc:docMk/>
            <pc:sldMk cId="2103777692" sldId="316"/>
            <ac:spMk id="3" creationId="{9450C1AB-19E2-CAFF-C09C-7F943FD0E6D0}"/>
          </ac:spMkLst>
        </pc:spChg>
        <pc:spChg chg="add mod">
          <ac:chgData name="Nicy Prince" userId="a6366791-a8f0-4209-a26b-463f242bbf1d" providerId="ADAL" clId="{0BF66233-ECDC-423E-9B03-EE2B95130B09}" dt="2025-03-04T01:21:56.858" v="872"/>
          <ac:spMkLst>
            <pc:docMk/>
            <pc:sldMk cId="2103777692" sldId="316"/>
            <ac:spMk id="4" creationId="{3EE2312B-185C-C542-C1AD-7AEE9DF51407}"/>
          </ac:spMkLst>
        </pc:spChg>
        <pc:spChg chg="add">
          <ac:chgData name="Nicy Prince" userId="a6366791-a8f0-4209-a26b-463f242bbf1d" providerId="ADAL" clId="{0BF66233-ECDC-423E-9B03-EE2B95130B09}" dt="2025-03-04T01:17:30.716" v="854"/>
          <ac:spMkLst>
            <pc:docMk/>
            <pc:sldMk cId="2103777692" sldId="316"/>
            <ac:spMk id="5" creationId="{FFEF2D74-D09C-6389-5E5A-6EA9CBC1668E}"/>
          </ac:spMkLst>
        </pc:spChg>
        <pc:spChg chg="add del">
          <ac:chgData name="Nicy Prince" userId="a6366791-a8f0-4209-a26b-463f242bbf1d" providerId="ADAL" clId="{0BF66233-ECDC-423E-9B03-EE2B95130B09}" dt="2025-03-04T00:59:41.623" v="793" actId="26606"/>
          <ac:spMkLst>
            <pc:docMk/>
            <pc:sldMk cId="2103777692" sldId="316"/>
            <ac:spMk id="8" creationId="{32BD57AD-A106-642D-5FC2-3D440424C67C}"/>
          </ac:spMkLst>
        </pc:spChg>
        <pc:spChg chg="add del">
          <ac:chgData name="Nicy Prince" userId="a6366791-a8f0-4209-a26b-463f242bbf1d" providerId="ADAL" clId="{0BF66233-ECDC-423E-9B03-EE2B95130B09}" dt="2025-03-04T00:59:41.623" v="793" actId="26606"/>
          <ac:spMkLst>
            <pc:docMk/>
            <pc:sldMk cId="2103777692" sldId="316"/>
            <ac:spMk id="10" creationId="{181A6D5B-0E53-9F20-4E7A-5C7E21D966EC}"/>
          </ac:spMkLst>
        </pc:spChg>
        <pc:spChg chg="add del">
          <ac:chgData name="Nicy Prince" userId="a6366791-a8f0-4209-a26b-463f242bbf1d" providerId="ADAL" clId="{0BF66233-ECDC-423E-9B03-EE2B95130B09}" dt="2025-03-04T00:59:41.623" v="793" actId="26606"/>
          <ac:spMkLst>
            <pc:docMk/>
            <pc:sldMk cId="2103777692" sldId="316"/>
            <ac:spMk id="12" creationId="{F3E3980C-F9CA-56E6-708A-D33D7EF7B5C5}"/>
          </ac:spMkLst>
        </pc:spChg>
        <pc:spChg chg="add del">
          <ac:chgData name="Nicy Prince" userId="a6366791-a8f0-4209-a26b-463f242bbf1d" providerId="ADAL" clId="{0BF66233-ECDC-423E-9B03-EE2B95130B09}" dt="2025-03-04T00:59:41.623" v="793" actId="26606"/>
          <ac:spMkLst>
            <pc:docMk/>
            <pc:sldMk cId="2103777692" sldId="316"/>
            <ac:spMk id="14" creationId="{C7A18185-3CA3-78CF-1327-404D624DBA28}"/>
          </ac:spMkLst>
        </pc:spChg>
        <pc:spChg chg="add del">
          <ac:chgData name="Nicy Prince" userId="a6366791-a8f0-4209-a26b-463f242bbf1d" providerId="ADAL" clId="{0BF66233-ECDC-423E-9B03-EE2B95130B09}" dt="2025-03-04T00:59:41.623" v="793" actId="26606"/>
          <ac:spMkLst>
            <pc:docMk/>
            <pc:sldMk cId="2103777692" sldId="316"/>
            <ac:spMk id="16" creationId="{AFAFB6C0-F99C-BDD0-A651-416D4ED78EE2}"/>
          </ac:spMkLst>
        </pc:spChg>
        <pc:spChg chg="add del">
          <ac:chgData name="Nicy Prince" userId="a6366791-a8f0-4209-a26b-463f242bbf1d" providerId="ADAL" clId="{0BF66233-ECDC-423E-9B03-EE2B95130B09}" dt="2025-03-04T00:59:20.869" v="782" actId="26606"/>
          <ac:spMkLst>
            <pc:docMk/>
            <pc:sldMk cId="2103777692" sldId="316"/>
            <ac:spMk id="21" creationId="{4C608BEB-860E-4094-8511-78603564A75E}"/>
          </ac:spMkLst>
        </pc:spChg>
        <pc:spChg chg="add del">
          <ac:chgData name="Nicy Prince" userId="a6366791-a8f0-4209-a26b-463f242bbf1d" providerId="ADAL" clId="{0BF66233-ECDC-423E-9B03-EE2B95130B09}" dt="2025-03-04T00:59:23.125" v="784" actId="26606"/>
          <ac:spMkLst>
            <pc:docMk/>
            <pc:sldMk cId="2103777692" sldId="316"/>
            <ac:spMk id="25" creationId="{CCD444A3-C338-4886-B7F1-4BA2AF46EB64}"/>
          </ac:spMkLst>
        </pc:spChg>
        <pc:spChg chg="add del">
          <ac:chgData name="Nicy Prince" userId="a6366791-a8f0-4209-a26b-463f242bbf1d" providerId="ADAL" clId="{0BF66233-ECDC-423E-9B03-EE2B95130B09}" dt="2025-03-04T00:59:23.125" v="784" actId="26606"/>
          <ac:spMkLst>
            <pc:docMk/>
            <pc:sldMk cId="2103777692" sldId="316"/>
            <ac:spMk id="26" creationId="{21739CA5-F0F5-48E1-8E8C-F24B71827E46}"/>
          </ac:spMkLst>
        </pc:spChg>
        <pc:spChg chg="add del">
          <ac:chgData name="Nicy Prince" userId="a6366791-a8f0-4209-a26b-463f242bbf1d" providerId="ADAL" clId="{0BF66233-ECDC-423E-9B03-EE2B95130B09}" dt="2025-03-04T00:59:23.125" v="784" actId="26606"/>
          <ac:spMkLst>
            <pc:docMk/>
            <pc:sldMk cId="2103777692" sldId="316"/>
            <ac:spMk id="27" creationId="{3EAD2937-F230-41D4-B9C5-975B129BFC20}"/>
          </ac:spMkLst>
        </pc:spChg>
        <pc:spChg chg="add del">
          <ac:chgData name="Nicy Prince" userId="a6366791-a8f0-4209-a26b-463f242bbf1d" providerId="ADAL" clId="{0BF66233-ECDC-423E-9B03-EE2B95130B09}" dt="2025-03-04T00:59:27.306" v="786" actId="26606"/>
          <ac:spMkLst>
            <pc:docMk/>
            <pc:sldMk cId="2103777692" sldId="316"/>
            <ac:spMk id="30" creationId="{1DE7243B-5109-444B-8FAF-7437C66BC0E9}"/>
          </ac:spMkLst>
        </pc:spChg>
        <pc:spChg chg="add del">
          <ac:chgData name="Nicy Prince" userId="a6366791-a8f0-4209-a26b-463f242bbf1d" providerId="ADAL" clId="{0BF66233-ECDC-423E-9B03-EE2B95130B09}" dt="2025-03-04T00:59:27.306" v="786" actId="26606"/>
          <ac:spMkLst>
            <pc:docMk/>
            <pc:sldMk cId="2103777692" sldId="316"/>
            <ac:spMk id="31" creationId="{4C5D6221-DA7B-4611-AA26-7D8E349FDE96}"/>
          </ac:spMkLst>
        </pc:spChg>
        <pc:spChg chg="add del">
          <ac:chgData name="Nicy Prince" userId="a6366791-a8f0-4209-a26b-463f242bbf1d" providerId="ADAL" clId="{0BF66233-ECDC-423E-9B03-EE2B95130B09}" dt="2025-03-04T00:59:31.219" v="788" actId="26606"/>
          <ac:spMkLst>
            <pc:docMk/>
            <pc:sldMk cId="2103777692" sldId="316"/>
            <ac:spMk id="33" creationId="{1DE7243B-5109-444B-8FAF-7437C66BC0E9}"/>
          </ac:spMkLst>
        </pc:spChg>
        <pc:spChg chg="add del">
          <ac:chgData name="Nicy Prince" userId="a6366791-a8f0-4209-a26b-463f242bbf1d" providerId="ADAL" clId="{0BF66233-ECDC-423E-9B03-EE2B95130B09}" dt="2025-03-04T00:59:31.219" v="788" actId="26606"/>
          <ac:spMkLst>
            <pc:docMk/>
            <pc:sldMk cId="2103777692" sldId="316"/>
            <ac:spMk id="34" creationId="{4C5D6221-DA7B-4611-AA26-7D8E349FDE96}"/>
          </ac:spMkLst>
        </pc:spChg>
        <pc:spChg chg="add del">
          <ac:chgData name="Nicy Prince" userId="a6366791-a8f0-4209-a26b-463f242bbf1d" providerId="ADAL" clId="{0BF66233-ECDC-423E-9B03-EE2B95130B09}" dt="2025-03-04T00:59:39.185" v="790" actId="26606"/>
          <ac:spMkLst>
            <pc:docMk/>
            <pc:sldMk cId="2103777692" sldId="316"/>
            <ac:spMk id="36" creationId="{4C608BEB-860E-4094-8511-78603564A75E}"/>
          </ac:spMkLst>
        </pc:spChg>
        <pc:spChg chg="add del">
          <ac:chgData name="Nicy Prince" userId="a6366791-a8f0-4209-a26b-463f242bbf1d" providerId="ADAL" clId="{0BF66233-ECDC-423E-9B03-EE2B95130B09}" dt="2025-03-04T00:59:41.608" v="792" actId="26606"/>
          <ac:spMkLst>
            <pc:docMk/>
            <pc:sldMk cId="2103777692" sldId="316"/>
            <ac:spMk id="39" creationId="{21739CA5-F0F5-48E1-8E8C-F24B71827E46}"/>
          </ac:spMkLst>
        </pc:spChg>
        <pc:spChg chg="add del">
          <ac:chgData name="Nicy Prince" userId="a6366791-a8f0-4209-a26b-463f242bbf1d" providerId="ADAL" clId="{0BF66233-ECDC-423E-9B03-EE2B95130B09}" dt="2025-03-04T00:59:41.608" v="792" actId="26606"/>
          <ac:spMkLst>
            <pc:docMk/>
            <pc:sldMk cId="2103777692" sldId="316"/>
            <ac:spMk id="40" creationId="{3EAD2937-F230-41D4-B9C5-975B129BFC20}"/>
          </ac:spMkLst>
        </pc:spChg>
        <pc:spChg chg="add del">
          <ac:chgData name="Nicy Prince" userId="a6366791-a8f0-4209-a26b-463f242bbf1d" providerId="ADAL" clId="{0BF66233-ECDC-423E-9B03-EE2B95130B09}" dt="2025-03-04T00:59:41.608" v="792" actId="26606"/>
          <ac:spMkLst>
            <pc:docMk/>
            <pc:sldMk cId="2103777692" sldId="316"/>
            <ac:spMk id="41" creationId="{CCD444A3-C338-4886-B7F1-4BA2AF46EB64}"/>
          </ac:spMkLst>
        </pc:spChg>
        <pc:spChg chg="add del">
          <ac:chgData name="Nicy Prince" userId="a6366791-a8f0-4209-a26b-463f242bbf1d" providerId="ADAL" clId="{0BF66233-ECDC-423E-9B03-EE2B95130B09}" dt="2025-03-04T01:00:35.422" v="811" actId="26606"/>
          <ac:spMkLst>
            <pc:docMk/>
            <pc:sldMk cId="2103777692" sldId="316"/>
            <ac:spMk id="43" creationId="{4C608BEB-860E-4094-8511-78603564A75E}"/>
          </ac:spMkLst>
        </pc:spChg>
        <pc:spChg chg="add del">
          <ac:chgData name="Nicy Prince" userId="a6366791-a8f0-4209-a26b-463f242bbf1d" providerId="ADAL" clId="{0BF66233-ECDC-423E-9B03-EE2B95130B09}" dt="2025-03-04T01:00:19.751" v="801" actId="26606"/>
          <ac:spMkLst>
            <pc:docMk/>
            <pc:sldMk cId="2103777692" sldId="316"/>
            <ac:spMk id="49" creationId="{10F24D38-B79E-44B4-830E-043F45D96DC2}"/>
          </ac:spMkLst>
        </pc:spChg>
        <pc:spChg chg="add del">
          <ac:chgData name="Nicy Prince" userId="a6366791-a8f0-4209-a26b-463f242bbf1d" providerId="ADAL" clId="{0BF66233-ECDC-423E-9B03-EE2B95130B09}" dt="2025-03-04T01:00:22.647" v="803" actId="26606"/>
          <ac:spMkLst>
            <pc:docMk/>
            <pc:sldMk cId="2103777692" sldId="316"/>
            <ac:spMk id="53" creationId="{DB0D7DD0-1C67-4D4C-9E06-678233DB8468}"/>
          </ac:spMkLst>
        </pc:spChg>
        <pc:spChg chg="add del">
          <ac:chgData name="Nicy Prince" userId="a6366791-a8f0-4209-a26b-463f242bbf1d" providerId="ADAL" clId="{0BF66233-ECDC-423E-9B03-EE2B95130B09}" dt="2025-03-04T01:00:22.647" v="803" actId="26606"/>
          <ac:spMkLst>
            <pc:docMk/>
            <pc:sldMk cId="2103777692" sldId="316"/>
            <ac:spMk id="54" creationId="{428D436F-9ACD-4C92-AFC8-C934C527A6A4}"/>
          </ac:spMkLst>
        </pc:spChg>
        <pc:spChg chg="add del">
          <ac:chgData name="Nicy Prince" userId="a6366791-a8f0-4209-a26b-463f242bbf1d" providerId="ADAL" clId="{0BF66233-ECDC-423E-9B03-EE2B95130B09}" dt="2025-03-04T01:00:22.647" v="803" actId="26606"/>
          <ac:spMkLst>
            <pc:docMk/>
            <pc:sldMk cId="2103777692" sldId="316"/>
            <ac:spMk id="55" creationId="{090538E0-A884-4E60-A6AB-77D830E2FCED}"/>
          </ac:spMkLst>
        </pc:spChg>
        <pc:spChg chg="add del">
          <ac:chgData name="Nicy Prince" userId="a6366791-a8f0-4209-a26b-463f242bbf1d" providerId="ADAL" clId="{0BF66233-ECDC-423E-9B03-EE2B95130B09}" dt="2025-03-04T01:00:29.394" v="805" actId="26606"/>
          <ac:spMkLst>
            <pc:docMk/>
            <pc:sldMk cId="2103777692" sldId="316"/>
            <ac:spMk id="57" creationId="{FEF085B8-A2C0-4A6F-B663-CCC56F3CD373}"/>
          </ac:spMkLst>
        </pc:spChg>
        <pc:spChg chg="add del">
          <ac:chgData name="Nicy Prince" userId="a6366791-a8f0-4209-a26b-463f242bbf1d" providerId="ADAL" clId="{0BF66233-ECDC-423E-9B03-EE2B95130B09}" dt="2025-03-04T01:00:29.394" v="805" actId="26606"/>
          <ac:spMkLst>
            <pc:docMk/>
            <pc:sldMk cId="2103777692" sldId="316"/>
            <ac:spMk id="58" creationId="{2658F6D6-96E0-421A-96D6-3DF404008543}"/>
          </ac:spMkLst>
        </pc:spChg>
        <pc:spChg chg="add del">
          <ac:chgData name="Nicy Prince" userId="a6366791-a8f0-4209-a26b-463f242bbf1d" providerId="ADAL" clId="{0BF66233-ECDC-423E-9B03-EE2B95130B09}" dt="2025-03-04T01:00:29.394" v="805" actId="26606"/>
          <ac:spMkLst>
            <pc:docMk/>
            <pc:sldMk cId="2103777692" sldId="316"/>
            <ac:spMk id="59" creationId="{3CF62545-93A0-4FD5-9B48-48DCA794CBA1}"/>
          </ac:spMkLst>
        </pc:spChg>
        <pc:spChg chg="add del">
          <ac:chgData name="Nicy Prince" userId="a6366791-a8f0-4209-a26b-463f242bbf1d" providerId="ADAL" clId="{0BF66233-ECDC-423E-9B03-EE2B95130B09}" dt="2025-03-04T01:00:31.105" v="807" actId="26606"/>
          <ac:spMkLst>
            <pc:docMk/>
            <pc:sldMk cId="2103777692" sldId="316"/>
            <ac:spMk id="61" creationId="{E35A04CF-97D4-4FF7-B359-C546B1F62E54}"/>
          </ac:spMkLst>
        </pc:spChg>
        <pc:spChg chg="add del">
          <ac:chgData name="Nicy Prince" userId="a6366791-a8f0-4209-a26b-463f242bbf1d" providerId="ADAL" clId="{0BF66233-ECDC-423E-9B03-EE2B95130B09}" dt="2025-03-04T01:00:31.105" v="807" actId="26606"/>
          <ac:spMkLst>
            <pc:docMk/>
            <pc:sldMk cId="2103777692" sldId="316"/>
            <ac:spMk id="62" creationId="{1DE7243B-5109-444B-8FAF-7437C66BC0E9}"/>
          </ac:spMkLst>
        </pc:spChg>
        <pc:spChg chg="add del">
          <ac:chgData name="Nicy Prince" userId="a6366791-a8f0-4209-a26b-463f242bbf1d" providerId="ADAL" clId="{0BF66233-ECDC-423E-9B03-EE2B95130B09}" dt="2025-03-04T01:00:31.105" v="807" actId="26606"/>
          <ac:spMkLst>
            <pc:docMk/>
            <pc:sldMk cId="2103777692" sldId="316"/>
            <ac:spMk id="63" creationId="{4C5D6221-DA7B-4611-AA26-7D8E349FDE96}"/>
          </ac:spMkLst>
        </pc:spChg>
        <pc:spChg chg="add del">
          <ac:chgData name="Nicy Prince" userId="a6366791-a8f0-4209-a26b-463f242bbf1d" providerId="ADAL" clId="{0BF66233-ECDC-423E-9B03-EE2B95130B09}" dt="2025-03-04T01:00:32.422" v="809" actId="26606"/>
          <ac:spMkLst>
            <pc:docMk/>
            <pc:sldMk cId="2103777692" sldId="316"/>
            <ac:spMk id="65" creationId="{1DE7243B-5109-444B-8FAF-7437C66BC0E9}"/>
          </ac:spMkLst>
        </pc:spChg>
        <pc:spChg chg="add del">
          <ac:chgData name="Nicy Prince" userId="a6366791-a8f0-4209-a26b-463f242bbf1d" providerId="ADAL" clId="{0BF66233-ECDC-423E-9B03-EE2B95130B09}" dt="2025-03-04T01:00:32.422" v="809" actId="26606"/>
          <ac:spMkLst>
            <pc:docMk/>
            <pc:sldMk cId="2103777692" sldId="316"/>
            <ac:spMk id="66" creationId="{4C5D6221-DA7B-4611-AA26-7D8E349FDE96}"/>
          </ac:spMkLst>
        </pc:spChg>
        <pc:spChg chg="add del">
          <ac:chgData name="Nicy Prince" userId="a6366791-a8f0-4209-a26b-463f242bbf1d" providerId="ADAL" clId="{0BF66233-ECDC-423E-9B03-EE2B95130B09}" dt="2025-03-04T01:00:35.422" v="811" actId="26606"/>
          <ac:spMkLst>
            <pc:docMk/>
            <pc:sldMk cId="2103777692" sldId="316"/>
            <ac:spMk id="68" creationId="{4C608BEB-860E-4094-8511-78603564A75E}"/>
          </ac:spMkLst>
        </pc:spChg>
        <pc:cxnChg chg="add del">
          <ac:chgData name="Nicy Prince" userId="a6366791-a8f0-4209-a26b-463f242bbf1d" providerId="ADAL" clId="{0BF66233-ECDC-423E-9B03-EE2B95130B09}" dt="2025-03-04T00:59:20.869" v="782" actId="26606"/>
          <ac:cxnSpMkLst>
            <pc:docMk/>
            <pc:sldMk cId="2103777692" sldId="316"/>
            <ac:cxnSpMk id="23" creationId="{1F16A8D4-FE87-4604-88B2-394B5D1EB437}"/>
          </ac:cxnSpMkLst>
        </pc:cxnChg>
        <pc:cxnChg chg="add del">
          <ac:chgData name="Nicy Prince" userId="a6366791-a8f0-4209-a26b-463f242bbf1d" providerId="ADAL" clId="{0BF66233-ECDC-423E-9B03-EE2B95130B09}" dt="2025-03-04T00:59:39.185" v="790" actId="26606"/>
          <ac:cxnSpMkLst>
            <pc:docMk/>
            <pc:sldMk cId="2103777692" sldId="316"/>
            <ac:cxnSpMk id="37" creationId="{1F16A8D4-FE87-4604-88B2-394B5D1EB437}"/>
          </ac:cxnSpMkLst>
        </pc:cxnChg>
        <pc:cxnChg chg="add del">
          <ac:chgData name="Nicy Prince" userId="a6366791-a8f0-4209-a26b-463f242bbf1d" providerId="ADAL" clId="{0BF66233-ECDC-423E-9B03-EE2B95130B09}" dt="2025-03-04T01:00:35.422" v="811" actId="26606"/>
          <ac:cxnSpMkLst>
            <pc:docMk/>
            <pc:sldMk cId="2103777692" sldId="316"/>
            <ac:cxnSpMk id="44" creationId="{1F16A8D4-FE87-4604-88B2-394B5D1EB437}"/>
          </ac:cxnSpMkLst>
        </pc:cxnChg>
        <pc:cxnChg chg="add del">
          <ac:chgData name="Nicy Prince" userId="a6366791-a8f0-4209-a26b-463f242bbf1d" providerId="ADAL" clId="{0BF66233-ECDC-423E-9B03-EE2B95130B09}" dt="2025-03-04T01:00:19.751" v="801" actId="26606"/>
          <ac:cxnSpMkLst>
            <pc:docMk/>
            <pc:sldMk cId="2103777692" sldId="316"/>
            <ac:cxnSpMk id="51" creationId="{FC469874-256B-45B3-A79C-7591B4BA1ECC}"/>
          </ac:cxnSpMkLst>
        </pc:cxnChg>
        <pc:cxnChg chg="add del">
          <ac:chgData name="Nicy Prince" userId="a6366791-a8f0-4209-a26b-463f242bbf1d" providerId="ADAL" clId="{0BF66233-ECDC-423E-9B03-EE2B95130B09}" dt="2025-03-04T01:00:35.422" v="811" actId="26606"/>
          <ac:cxnSpMkLst>
            <pc:docMk/>
            <pc:sldMk cId="2103777692" sldId="316"/>
            <ac:cxnSpMk id="69" creationId="{1F16A8D4-FE87-4604-88B2-394B5D1EB437}"/>
          </ac:cxnSpMkLst>
        </pc:cxnChg>
      </pc:sldChg>
      <pc:sldChg chg="addSp modSp add mod ord">
        <pc:chgData name="Nicy Prince" userId="a6366791-a8f0-4209-a26b-463f242bbf1d" providerId="ADAL" clId="{0BF66233-ECDC-423E-9B03-EE2B95130B09}" dt="2025-03-04T01:12:28.642" v="849" actId="20577"/>
        <pc:sldMkLst>
          <pc:docMk/>
          <pc:sldMk cId="1379373699" sldId="317"/>
        </pc:sldMkLst>
        <pc:spChg chg="mod">
          <ac:chgData name="Nicy Prince" userId="a6366791-a8f0-4209-a26b-463f242bbf1d" providerId="ADAL" clId="{0BF66233-ECDC-423E-9B03-EE2B95130B09}" dt="2025-03-04T01:02:43.064" v="826" actId="20577"/>
          <ac:spMkLst>
            <pc:docMk/>
            <pc:sldMk cId="1379373699" sldId="317"/>
            <ac:spMk id="2" creationId="{E6D398E6-0211-AC1D-2596-9CD9A998F50F}"/>
          </ac:spMkLst>
        </pc:spChg>
        <pc:spChg chg="mod">
          <ac:chgData name="Nicy Prince" userId="a6366791-a8f0-4209-a26b-463f242bbf1d" providerId="ADAL" clId="{0BF66233-ECDC-423E-9B03-EE2B95130B09}" dt="2025-03-04T01:12:28.642" v="849" actId="20577"/>
          <ac:spMkLst>
            <pc:docMk/>
            <pc:sldMk cId="1379373699" sldId="317"/>
            <ac:spMk id="3" creationId="{510ED32D-D3CE-8AAF-7098-959811C45E30}"/>
          </ac:spMkLst>
        </pc:spChg>
        <pc:spChg chg="mod">
          <ac:chgData name="Nicy Prince" userId="a6366791-a8f0-4209-a26b-463f242bbf1d" providerId="ADAL" clId="{0BF66233-ECDC-423E-9B03-EE2B95130B09}" dt="2025-03-04T01:12:18.821" v="848" actId="20577"/>
          <ac:spMkLst>
            <pc:docMk/>
            <pc:sldMk cId="1379373699" sldId="317"/>
            <ac:spMk id="4" creationId="{26EA0E88-8276-2D27-CCE7-9419C77B7BF8}"/>
          </ac:spMkLst>
        </pc:spChg>
        <pc:spChg chg="add">
          <ac:chgData name="Nicy Prince" userId="a6366791-a8f0-4209-a26b-463f242bbf1d" providerId="ADAL" clId="{0BF66233-ECDC-423E-9B03-EE2B95130B09}" dt="2025-03-04T01:04:31.091" v="835"/>
          <ac:spMkLst>
            <pc:docMk/>
            <pc:sldMk cId="1379373699" sldId="317"/>
            <ac:spMk id="5" creationId="{CD26F531-6297-9CB6-DAF4-4969AD587678}"/>
          </ac:spMkLst>
        </pc:spChg>
        <pc:spChg chg="add">
          <ac:chgData name="Nicy Prince" userId="a6366791-a8f0-4209-a26b-463f242bbf1d" providerId="ADAL" clId="{0BF66233-ECDC-423E-9B03-EE2B95130B09}" dt="2025-03-04T01:10:37.570" v="838"/>
          <ac:spMkLst>
            <pc:docMk/>
            <pc:sldMk cId="1379373699" sldId="317"/>
            <ac:spMk id="6" creationId="{BC369195-9BD6-6EB5-B387-95DA6C60396F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4" Type="http://schemas.openxmlformats.org/officeDocument/2006/relationships/image" Target="../media/image19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2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10" Type="http://schemas.openxmlformats.org/officeDocument/2006/relationships/image" Target="../media/image41.svg"/><Relationship Id="rId4" Type="http://schemas.openxmlformats.org/officeDocument/2006/relationships/image" Target="../media/image35.svg"/><Relationship Id="rId9" Type="http://schemas.openxmlformats.org/officeDocument/2006/relationships/image" Target="../media/image40.pn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4" Type="http://schemas.openxmlformats.org/officeDocument/2006/relationships/image" Target="../media/image19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2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10" Type="http://schemas.openxmlformats.org/officeDocument/2006/relationships/image" Target="../media/image41.svg"/><Relationship Id="rId4" Type="http://schemas.openxmlformats.org/officeDocument/2006/relationships/image" Target="../media/image35.svg"/><Relationship Id="rId9" Type="http://schemas.openxmlformats.org/officeDocument/2006/relationships/image" Target="../media/image40.pn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070FC7-6845-4D5B-8FE1-B894BA667F12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7BB19E45-81BB-4358-A4E5-564CDBFABB90}">
      <dgm:prSet/>
      <dgm:spPr/>
      <dgm:t>
        <a:bodyPr/>
        <a:lstStyle/>
        <a:p>
          <a:r>
            <a:rPr lang="en-US" b="1"/>
            <a:t>Fetch Webpage Content</a:t>
          </a:r>
          <a:r>
            <a:rPr lang="en-US"/>
            <a:t>: Use the requests or urllib library to send an HTTP request and retrieve the raw HTML. </a:t>
          </a:r>
        </a:p>
      </dgm:t>
    </dgm:pt>
    <dgm:pt modelId="{59B0CC54-2A3F-4F37-81DE-35F258F7501D}" type="parTrans" cxnId="{9A20459F-CAB2-49D1-A12D-52203422D1E8}">
      <dgm:prSet/>
      <dgm:spPr/>
      <dgm:t>
        <a:bodyPr/>
        <a:lstStyle/>
        <a:p>
          <a:endParaRPr lang="en-US"/>
        </a:p>
      </dgm:t>
    </dgm:pt>
    <dgm:pt modelId="{7C2B40C3-9E41-4AC2-A0B3-73B576FDE566}" type="sibTrans" cxnId="{9A20459F-CAB2-49D1-A12D-52203422D1E8}">
      <dgm:prSet/>
      <dgm:spPr/>
      <dgm:t>
        <a:bodyPr/>
        <a:lstStyle/>
        <a:p>
          <a:endParaRPr lang="en-US"/>
        </a:p>
      </dgm:t>
    </dgm:pt>
    <dgm:pt modelId="{A0568D58-842C-4736-87C5-9823B6F7738E}">
      <dgm:prSet/>
      <dgm:spPr/>
      <dgm:t>
        <a:bodyPr/>
        <a:lstStyle/>
        <a:p>
          <a:r>
            <a:rPr lang="en-US" b="1"/>
            <a:t>Parse HTML Data</a:t>
          </a:r>
          <a:r>
            <a:rPr lang="en-US"/>
            <a:t>: Convert the raw HTML into a structured format using BeautifulSoup. </a:t>
          </a:r>
        </a:p>
      </dgm:t>
    </dgm:pt>
    <dgm:pt modelId="{E513A8ED-4716-421D-A643-3BEDDA8CE1B3}" type="parTrans" cxnId="{8328BC65-E26C-4FF1-AF2C-0D2F83DF6048}">
      <dgm:prSet/>
      <dgm:spPr/>
      <dgm:t>
        <a:bodyPr/>
        <a:lstStyle/>
        <a:p>
          <a:endParaRPr lang="en-US"/>
        </a:p>
      </dgm:t>
    </dgm:pt>
    <dgm:pt modelId="{09A2D34C-5E67-4D11-BAF9-78B6DCF76AEC}" type="sibTrans" cxnId="{8328BC65-E26C-4FF1-AF2C-0D2F83DF6048}">
      <dgm:prSet/>
      <dgm:spPr/>
      <dgm:t>
        <a:bodyPr/>
        <a:lstStyle/>
        <a:p>
          <a:endParaRPr lang="en-US"/>
        </a:p>
      </dgm:t>
    </dgm:pt>
    <dgm:pt modelId="{D73F2716-4AEB-426E-8AC1-C0F7EF41CFE5}">
      <dgm:prSet/>
      <dgm:spPr/>
      <dgm:t>
        <a:bodyPr/>
        <a:lstStyle/>
        <a:p>
          <a:r>
            <a:rPr lang="en-US" b="1"/>
            <a:t>Extract Specific Elements</a:t>
          </a:r>
          <a:r>
            <a:rPr lang="en-US"/>
            <a:t>: Use CSS selectors or tag-based search (find(), find_all()) to extract data. </a:t>
          </a:r>
        </a:p>
      </dgm:t>
    </dgm:pt>
    <dgm:pt modelId="{E2423A3F-E365-4E88-919E-0CCCF5896F21}" type="parTrans" cxnId="{CC9F05EC-C058-409D-A0F2-8CC0606245E3}">
      <dgm:prSet/>
      <dgm:spPr/>
      <dgm:t>
        <a:bodyPr/>
        <a:lstStyle/>
        <a:p>
          <a:endParaRPr lang="en-US"/>
        </a:p>
      </dgm:t>
    </dgm:pt>
    <dgm:pt modelId="{DF990C20-FE64-4120-B6BD-AC8D55104647}" type="sibTrans" cxnId="{CC9F05EC-C058-409D-A0F2-8CC0606245E3}">
      <dgm:prSet/>
      <dgm:spPr/>
      <dgm:t>
        <a:bodyPr/>
        <a:lstStyle/>
        <a:p>
          <a:endParaRPr lang="en-US"/>
        </a:p>
      </dgm:t>
    </dgm:pt>
    <dgm:pt modelId="{384AB76B-7E9D-4DB2-8EB2-727FBE039452}" type="pres">
      <dgm:prSet presAssocID="{01070FC7-6845-4D5B-8FE1-B894BA667F12}" presName="root" presStyleCnt="0">
        <dgm:presLayoutVars>
          <dgm:dir/>
          <dgm:resizeHandles val="exact"/>
        </dgm:presLayoutVars>
      </dgm:prSet>
      <dgm:spPr/>
    </dgm:pt>
    <dgm:pt modelId="{CDFABC63-01A4-4B46-A217-1DD8E8277AF9}" type="pres">
      <dgm:prSet presAssocID="{7BB19E45-81BB-4358-A4E5-564CDBFABB90}" presName="compNode" presStyleCnt="0"/>
      <dgm:spPr/>
    </dgm:pt>
    <dgm:pt modelId="{7ADCBEA4-3F9D-43C2-8550-AC91436911B5}" type="pres">
      <dgm:prSet presAssocID="{7BB19E45-81BB-4358-A4E5-564CDBFABB9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6D5761AE-E249-4CB4-873F-A52A1B9A9FEA}" type="pres">
      <dgm:prSet presAssocID="{7BB19E45-81BB-4358-A4E5-564CDBFABB90}" presName="spaceRect" presStyleCnt="0"/>
      <dgm:spPr/>
    </dgm:pt>
    <dgm:pt modelId="{94494025-0F34-4E05-A645-F16B3DC2A505}" type="pres">
      <dgm:prSet presAssocID="{7BB19E45-81BB-4358-A4E5-564CDBFABB90}" presName="textRect" presStyleLbl="revTx" presStyleIdx="0" presStyleCnt="3">
        <dgm:presLayoutVars>
          <dgm:chMax val="1"/>
          <dgm:chPref val="1"/>
        </dgm:presLayoutVars>
      </dgm:prSet>
      <dgm:spPr/>
    </dgm:pt>
    <dgm:pt modelId="{C1F108DE-BF24-4552-9347-EE82E4147033}" type="pres">
      <dgm:prSet presAssocID="{7C2B40C3-9E41-4AC2-A0B3-73B576FDE566}" presName="sibTrans" presStyleCnt="0"/>
      <dgm:spPr/>
    </dgm:pt>
    <dgm:pt modelId="{0865B75C-B409-4804-A75D-8514771009E3}" type="pres">
      <dgm:prSet presAssocID="{A0568D58-842C-4736-87C5-9823B6F7738E}" presName="compNode" presStyleCnt="0"/>
      <dgm:spPr/>
    </dgm:pt>
    <dgm:pt modelId="{E9AB3F30-42DF-46CF-818B-34CA42505FBA}" type="pres">
      <dgm:prSet presAssocID="{A0568D58-842C-4736-87C5-9823B6F7738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AD201415-27DF-4CDF-B0FD-EE96398140F4}" type="pres">
      <dgm:prSet presAssocID="{A0568D58-842C-4736-87C5-9823B6F7738E}" presName="spaceRect" presStyleCnt="0"/>
      <dgm:spPr/>
    </dgm:pt>
    <dgm:pt modelId="{B429C90D-5E31-4720-AC49-693E5FC6B320}" type="pres">
      <dgm:prSet presAssocID="{A0568D58-842C-4736-87C5-9823B6F7738E}" presName="textRect" presStyleLbl="revTx" presStyleIdx="1" presStyleCnt="3">
        <dgm:presLayoutVars>
          <dgm:chMax val="1"/>
          <dgm:chPref val="1"/>
        </dgm:presLayoutVars>
      </dgm:prSet>
      <dgm:spPr/>
    </dgm:pt>
    <dgm:pt modelId="{D12AD6F1-294E-43FA-95F3-60D587BF69A6}" type="pres">
      <dgm:prSet presAssocID="{09A2D34C-5E67-4D11-BAF9-78B6DCF76AEC}" presName="sibTrans" presStyleCnt="0"/>
      <dgm:spPr/>
    </dgm:pt>
    <dgm:pt modelId="{E01973BE-E505-4ACF-BAD4-94793DB253DC}" type="pres">
      <dgm:prSet presAssocID="{D73F2716-4AEB-426E-8AC1-C0F7EF41CFE5}" presName="compNode" presStyleCnt="0"/>
      <dgm:spPr/>
    </dgm:pt>
    <dgm:pt modelId="{D4C0A7E4-C786-4F48-82D1-86BDF9DE095D}" type="pres">
      <dgm:prSet presAssocID="{D73F2716-4AEB-426E-8AC1-C0F7EF41CFE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ball Hat"/>
        </a:ext>
      </dgm:extLst>
    </dgm:pt>
    <dgm:pt modelId="{EF95081C-B1CC-4316-A689-99568DBBF20E}" type="pres">
      <dgm:prSet presAssocID="{D73F2716-4AEB-426E-8AC1-C0F7EF41CFE5}" presName="spaceRect" presStyleCnt="0"/>
      <dgm:spPr/>
    </dgm:pt>
    <dgm:pt modelId="{0B57000A-D525-4396-8115-2CD71354F6F1}" type="pres">
      <dgm:prSet presAssocID="{D73F2716-4AEB-426E-8AC1-C0F7EF41CFE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3ACEE05-8167-427B-AD42-E23B6C367A35}" type="presOf" srcId="{D73F2716-4AEB-426E-8AC1-C0F7EF41CFE5}" destId="{0B57000A-D525-4396-8115-2CD71354F6F1}" srcOrd="0" destOrd="0" presId="urn:microsoft.com/office/officeart/2018/2/layout/IconLabelList"/>
    <dgm:cxn modelId="{89519833-FD02-42EF-A255-706B31C0413D}" type="presOf" srcId="{7BB19E45-81BB-4358-A4E5-564CDBFABB90}" destId="{94494025-0F34-4E05-A645-F16B3DC2A505}" srcOrd="0" destOrd="0" presId="urn:microsoft.com/office/officeart/2018/2/layout/IconLabelList"/>
    <dgm:cxn modelId="{8328BC65-E26C-4FF1-AF2C-0D2F83DF6048}" srcId="{01070FC7-6845-4D5B-8FE1-B894BA667F12}" destId="{A0568D58-842C-4736-87C5-9823B6F7738E}" srcOrd="1" destOrd="0" parTransId="{E513A8ED-4716-421D-A643-3BEDDA8CE1B3}" sibTransId="{09A2D34C-5E67-4D11-BAF9-78B6DCF76AEC}"/>
    <dgm:cxn modelId="{E94B6085-22B7-45B6-9BA8-51B27B12EB3A}" type="presOf" srcId="{01070FC7-6845-4D5B-8FE1-B894BA667F12}" destId="{384AB76B-7E9D-4DB2-8EB2-727FBE039452}" srcOrd="0" destOrd="0" presId="urn:microsoft.com/office/officeart/2018/2/layout/IconLabelList"/>
    <dgm:cxn modelId="{9A20459F-CAB2-49D1-A12D-52203422D1E8}" srcId="{01070FC7-6845-4D5B-8FE1-B894BA667F12}" destId="{7BB19E45-81BB-4358-A4E5-564CDBFABB90}" srcOrd="0" destOrd="0" parTransId="{59B0CC54-2A3F-4F37-81DE-35F258F7501D}" sibTransId="{7C2B40C3-9E41-4AC2-A0B3-73B576FDE566}"/>
    <dgm:cxn modelId="{D5F444DF-2E6E-4F7C-9190-E33285FCE0E4}" type="presOf" srcId="{A0568D58-842C-4736-87C5-9823B6F7738E}" destId="{B429C90D-5E31-4720-AC49-693E5FC6B320}" srcOrd="0" destOrd="0" presId="urn:microsoft.com/office/officeart/2018/2/layout/IconLabelList"/>
    <dgm:cxn modelId="{CC9F05EC-C058-409D-A0F2-8CC0606245E3}" srcId="{01070FC7-6845-4D5B-8FE1-B894BA667F12}" destId="{D73F2716-4AEB-426E-8AC1-C0F7EF41CFE5}" srcOrd="2" destOrd="0" parTransId="{E2423A3F-E365-4E88-919E-0CCCF5896F21}" sibTransId="{DF990C20-FE64-4120-B6BD-AC8D55104647}"/>
    <dgm:cxn modelId="{9778D6F8-49D6-476C-A8EE-7E428D0C8A01}" type="presParOf" srcId="{384AB76B-7E9D-4DB2-8EB2-727FBE039452}" destId="{CDFABC63-01A4-4B46-A217-1DD8E8277AF9}" srcOrd="0" destOrd="0" presId="urn:microsoft.com/office/officeart/2018/2/layout/IconLabelList"/>
    <dgm:cxn modelId="{DDE20CBE-8AF5-4B54-B846-BB7E2C4ADE31}" type="presParOf" srcId="{CDFABC63-01A4-4B46-A217-1DD8E8277AF9}" destId="{7ADCBEA4-3F9D-43C2-8550-AC91436911B5}" srcOrd="0" destOrd="0" presId="urn:microsoft.com/office/officeart/2018/2/layout/IconLabelList"/>
    <dgm:cxn modelId="{020972F6-0BA2-49AE-B360-A6E51BEB849C}" type="presParOf" srcId="{CDFABC63-01A4-4B46-A217-1DD8E8277AF9}" destId="{6D5761AE-E249-4CB4-873F-A52A1B9A9FEA}" srcOrd="1" destOrd="0" presId="urn:microsoft.com/office/officeart/2018/2/layout/IconLabelList"/>
    <dgm:cxn modelId="{839F113E-3E87-440D-81A7-E150A1F2E3A3}" type="presParOf" srcId="{CDFABC63-01A4-4B46-A217-1DD8E8277AF9}" destId="{94494025-0F34-4E05-A645-F16B3DC2A505}" srcOrd="2" destOrd="0" presId="urn:microsoft.com/office/officeart/2018/2/layout/IconLabelList"/>
    <dgm:cxn modelId="{9A89DA6C-8371-474D-9DB2-9A4A88087B03}" type="presParOf" srcId="{384AB76B-7E9D-4DB2-8EB2-727FBE039452}" destId="{C1F108DE-BF24-4552-9347-EE82E4147033}" srcOrd="1" destOrd="0" presId="urn:microsoft.com/office/officeart/2018/2/layout/IconLabelList"/>
    <dgm:cxn modelId="{880F87E8-FE2D-46A2-9780-ED76EA3E84C9}" type="presParOf" srcId="{384AB76B-7E9D-4DB2-8EB2-727FBE039452}" destId="{0865B75C-B409-4804-A75D-8514771009E3}" srcOrd="2" destOrd="0" presId="urn:microsoft.com/office/officeart/2018/2/layout/IconLabelList"/>
    <dgm:cxn modelId="{10DD3486-A768-4A41-981E-7A743C248C29}" type="presParOf" srcId="{0865B75C-B409-4804-A75D-8514771009E3}" destId="{E9AB3F30-42DF-46CF-818B-34CA42505FBA}" srcOrd="0" destOrd="0" presId="urn:microsoft.com/office/officeart/2018/2/layout/IconLabelList"/>
    <dgm:cxn modelId="{184E7E9C-DCC2-4185-AE3E-121030A2B0E0}" type="presParOf" srcId="{0865B75C-B409-4804-A75D-8514771009E3}" destId="{AD201415-27DF-4CDF-B0FD-EE96398140F4}" srcOrd="1" destOrd="0" presId="urn:microsoft.com/office/officeart/2018/2/layout/IconLabelList"/>
    <dgm:cxn modelId="{4085B3D0-3075-4D24-9420-F29013621251}" type="presParOf" srcId="{0865B75C-B409-4804-A75D-8514771009E3}" destId="{B429C90D-5E31-4720-AC49-693E5FC6B320}" srcOrd="2" destOrd="0" presId="urn:microsoft.com/office/officeart/2018/2/layout/IconLabelList"/>
    <dgm:cxn modelId="{56FC4105-229F-471A-A1F1-7AB152037670}" type="presParOf" srcId="{384AB76B-7E9D-4DB2-8EB2-727FBE039452}" destId="{D12AD6F1-294E-43FA-95F3-60D587BF69A6}" srcOrd="3" destOrd="0" presId="urn:microsoft.com/office/officeart/2018/2/layout/IconLabelList"/>
    <dgm:cxn modelId="{97DEF20F-D604-4302-8F82-2651BAAFE544}" type="presParOf" srcId="{384AB76B-7E9D-4DB2-8EB2-727FBE039452}" destId="{E01973BE-E505-4ACF-BAD4-94793DB253DC}" srcOrd="4" destOrd="0" presId="urn:microsoft.com/office/officeart/2018/2/layout/IconLabelList"/>
    <dgm:cxn modelId="{7D3BA01F-CC55-401E-A2AC-3CACA64B219C}" type="presParOf" srcId="{E01973BE-E505-4ACF-BAD4-94793DB253DC}" destId="{D4C0A7E4-C786-4F48-82D1-86BDF9DE095D}" srcOrd="0" destOrd="0" presId="urn:microsoft.com/office/officeart/2018/2/layout/IconLabelList"/>
    <dgm:cxn modelId="{3F93BBBF-28ED-4668-8096-4C3F82AA3894}" type="presParOf" srcId="{E01973BE-E505-4ACF-BAD4-94793DB253DC}" destId="{EF95081C-B1CC-4316-A689-99568DBBF20E}" srcOrd="1" destOrd="0" presId="urn:microsoft.com/office/officeart/2018/2/layout/IconLabelList"/>
    <dgm:cxn modelId="{0B12FCE1-956D-4A1C-82AF-D2BBC30C4AC7}" type="presParOf" srcId="{E01973BE-E505-4ACF-BAD4-94793DB253DC}" destId="{0B57000A-D525-4396-8115-2CD71354F6F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5AEC55B-9D83-4EFF-B29E-F82F7D7748C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6C9819AB-6B87-4CAD-A24F-831B4DD05512}">
      <dgm:prSet/>
      <dgm:spPr/>
      <dgm:t>
        <a:bodyPr/>
        <a:lstStyle/>
        <a:p>
          <a:pPr>
            <a:defRPr cap="all"/>
          </a:pPr>
          <a:r>
            <a:rPr lang="en-IN"/>
            <a:t>Scraping static websites (blogs, Wikipedia, news articles).</a:t>
          </a:r>
          <a:endParaRPr lang="en-US"/>
        </a:p>
      </dgm:t>
    </dgm:pt>
    <dgm:pt modelId="{E2FD22FB-C355-4953-9DEE-3234A7D7B15F}" type="parTrans" cxnId="{34BD3EC8-3178-4A23-BB0D-BFEB00A872F8}">
      <dgm:prSet/>
      <dgm:spPr/>
      <dgm:t>
        <a:bodyPr/>
        <a:lstStyle/>
        <a:p>
          <a:endParaRPr lang="en-US"/>
        </a:p>
      </dgm:t>
    </dgm:pt>
    <dgm:pt modelId="{2EA53629-821E-4952-832B-EA6DDE565540}" type="sibTrans" cxnId="{34BD3EC8-3178-4A23-BB0D-BFEB00A872F8}">
      <dgm:prSet/>
      <dgm:spPr/>
      <dgm:t>
        <a:bodyPr/>
        <a:lstStyle/>
        <a:p>
          <a:endParaRPr lang="en-US"/>
        </a:p>
      </dgm:t>
    </dgm:pt>
    <dgm:pt modelId="{B799FFF3-5033-4A6E-8781-BCAEAC482E9B}">
      <dgm:prSet/>
      <dgm:spPr/>
      <dgm:t>
        <a:bodyPr/>
        <a:lstStyle/>
        <a:p>
          <a:pPr>
            <a:defRPr cap="all"/>
          </a:pPr>
          <a:r>
            <a:rPr lang="en-IN"/>
            <a:t>Extracting structured data (tables, lists, product names, and prices).</a:t>
          </a:r>
          <a:endParaRPr lang="en-US"/>
        </a:p>
      </dgm:t>
    </dgm:pt>
    <dgm:pt modelId="{EA4180FF-A4F0-4E5C-A91A-148EB0B76FE4}" type="parTrans" cxnId="{1C8B5943-B6AE-47C1-A199-4F54F3E872D3}">
      <dgm:prSet/>
      <dgm:spPr/>
      <dgm:t>
        <a:bodyPr/>
        <a:lstStyle/>
        <a:p>
          <a:endParaRPr lang="en-US"/>
        </a:p>
      </dgm:t>
    </dgm:pt>
    <dgm:pt modelId="{FE671667-88E8-4F98-BB58-598917B8229B}" type="sibTrans" cxnId="{1C8B5943-B6AE-47C1-A199-4F54F3E872D3}">
      <dgm:prSet/>
      <dgm:spPr/>
      <dgm:t>
        <a:bodyPr/>
        <a:lstStyle/>
        <a:p>
          <a:endParaRPr lang="en-US"/>
        </a:p>
      </dgm:t>
    </dgm:pt>
    <dgm:pt modelId="{8E33B009-CF16-4C60-BE5A-E62D6AC80229}">
      <dgm:prSet/>
      <dgm:spPr/>
      <dgm:t>
        <a:bodyPr/>
        <a:lstStyle/>
        <a:p>
          <a:pPr>
            <a:defRPr cap="all"/>
          </a:pPr>
          <a:r>
            <a:rPr lang="en-IN"/>
            <a:t>Parsing HTML/XML files (sitemaps, RSS feeds).</a:t>
          </a:r>
          <a:endParaRPr lang="en-US"/>
        </a:p>
      </dgm:t>
    </dgm:pt>
    <dgm:pt modelId="{E32561FA-C004-4AB4-B62D-8579BB31B0D5}" type="parTrans" cxnId="{4C136839-C14C-49C9-9C94-B2A48ADEE923}">
      <dgm:prSet/>
      <dgm:spPr/>
      <dgm:t>
        <a:bodyPr/>
        <a:lstStyle/>
        <a:p>
          <a:endParaRPr lang="en-US"/>
        </a:p>
      </dgm:t>
    </dgm:pt>
    <dgm:pt modelId="{03F317BB-D8F0-4B6C-93CC-53B74E528F5A}" type="sibTrans" cxnId="{4C136839-C14C-49C9-9C94-B2A48ADEE923}">
      <dgm:prSet/>
      <dgm:spPr/>
      <dgm:t>
        <a:bodyPr/>
        <a:lstStyle/>
        <a:p>
          <a:endParaRPr lang="en-US"/>
        </a:p>
      </dgm:t>
    </dgm:pt>
    <dgm:pt modelId="{8BEC4B76-32DF-4782-AE2E-B831F1E17620}">
      <dgm:prSet/>
      <dgm:spPr/>
      <dgm:t>
        <a:bodyPr/>
        <a:lstStyle/>
        <a:p>
          <a:pPr>
            <a:defRPr cap="all"/>
          </a:pPr>
          <a:r>
            <a:rPr lang="en-IN"/>
            <a:t>Web page data cleaning and preprocessing.</a:t>
          </a:r>
          <a:endParaRPr lang="en-US"/>
        </a:p>
      </dgm:t>
    </dgm:pt>
    <dgm:pt modelId="{0D2C1A0F-BBA5-498C-BAB9-F982B85970A9}" type="parTrans" cxnId="{491E07FD-E9AB-42DD-9BB4-2518621429AE}">
      <dgm:prSet/>
      <dgm:spPr/>
      <dgm:t>
        <a:bodyPr/>
        <a:lstStyle/>
        <a:p>
          <a:endParaRPr lang="en-US"/>
        </a:p>
      </dgm:t>
    </dgm:pt>
    <dgm:pt modelId="{167A2EB5-5264-423F-86DF-CA0AB3D6DD6C}" type="sibTrans" cxnId="{491E07FD-E9AB-42DD-9BB4-2518621429AE}">
      <dgm:prSet/>
      <dgm:spPr/>
      <dgm:t>
        <a:bodyPr/>
        <a:lstStyle/>
        <a:p>
          <a:endParaRPr lang="en-US"/>
        </a:p>
      </dgm:t>
    </dgm:pt>
    <dgm:pt modelId="{FF84A15A-6AFF-4930-B5BE-7039184CCB2F}" type="pres">
      <dgm:prSet presAssocID="{15AEC55B-9D83-4EFF-B29E-F82F7D7748CF}" presName="root" presStyleCnt="0">
        <dgm:presLayoutVars>
          <dgm:dir/>
          <dgm:resizeHandles val="exact"/>
        </dgm:presLayoutVars>
      </dgm:prSet>
      <dgm:spPr/>
    </dgm:pt>
    <dgm:pt modelId="{BF9E9AC0-7040-4DFC-96AC-B367DDFB8F68}" type="pres">
      <dgm:prSet presAssocID="{6C9819AB-6B87-4CAD-A24F-831B4DD05512}" presName="compNode" presStyleCnt="0"/>
      <dgm:spPr/>
    </dgm:pt>
    <dgm:pt modelId="{F1C5FF26-BBA6-48DE-A11E-1A61C27B84AA}" type="pres">
      <dgm:prSet presAssocID="{6C9819AB-6B87-4CAD-A24F-831B4DD05512}" presName="iconBgRect" presStyleLbl="bgShp" presStyleIdx="0" presStyleCnt="4"/>
      <dgm:spPr/>
    </dgm:pt>
    <dgm:pt modelId="{06A9007A-E8B6-4F80-B67E-DEB2C26755C9}" type="pres">
      <dgm:prSet presAssocID="{6C9819AB-6B87-4CAD-A24F-831B4DD0551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dcast"/>
        </a:ext>
      </dgm:extLst>
    </dgm:pt>
    <dgm:pt modelId="{3717C6D6-EED4-4051-8AAB-AC8438878A8C}" type="pres">
      <dgm:prSet presAssocID="{6C9819AB-6B87-4CAD-A24F-831B4DD05512}" presName="spaceRect" presStyleCnt="0"/>
      <dgm:spPr/>
    </dgm:pt>
    <dgm:pt modelId="{D2665AA7-AEC1-4960-BD14-5D952B47B9DA}" type="pres">
      <dgm:prSet presAssocID="{6C9819AB-6B87-4CAD-A24F-831B4DD05512}" presName="textRect" presStyleLbl="revTx" presStyleIdx="0" presStyleCnt="4">
        <dgm:presLayoutVars>
          <dgm:chMax val="1"/>
          <dgm:chPref val="1"/>
        </dgm:presLayoutVars>
      </dgm:prSet>
      <dgm:spPr/>
    </dgm:pt>
    <dgm:pt modelId="{48121C65-98B4-4335-8B65-90286D9919F4}" type="pres">
      <dgm:prSet presAssocID="{2EA53629-821E-4952-832B-EA6DDE565540}" presName="sibTrans" presStyleCnt="0"/>
      <dgm:spPr/>
    </dgm:pt>
    <dgm:pt modelId="{B26AB18F-F5F8-41C7-B0CE-D59FCF718D08}" type="pres">
      <dgm:prSet presAssocID="{B799FFF3-5033-4A6E-8781-BCAEAC482E9B}" presName="compNode" presStyleCnt="0"/>
      <dgm:spPr/>
    </dgm:pt>
    <dgm:pt modelId="{6E04EBDD-26A6-4F7D-8F6A-E2504D7BD107}" type="pres">
      <dgm:prSet presAssocID="{B799FFF3-5033-4A6E-8781-BCAEAC482E9B}" presName="iconBgRect" presStyleLbl="bgShp" presStyleIdx="1" presStyleCnt="4"/>
      <dgm:spPr/>
    </dgm:pt>
    <dgm:pt modelId="{2412B16B-431F-4F36-A0A9-36137746C127}" type="pres">
      <dgm:prSet presAssocID="{B799FFF3-5033-4A6E-8781-BCAEAC482E9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616F31F-E1D5-4AD4-9D23-48C32A4C2F60}" type="pres">
      <dgm:prSet presAssocID="{B799FFF3-5033-4A6E-8781-BCAEAC482E9B}" presName="spaceRect" presStyleCnt="0"/>
      <dgm:spPr/>
    </dgm:pt>
    <dgm:pt modelId="{EA9ECB12-49CA-4B32-BB23-1B37095EC0E5}" type="pres">
      <dgm:prSet presAssocID="{B799FFF3-5033-4A6E-8781-BCAEAC482E9B}" presName="textRect" presStyleLbl="revTx" presStyleIdx="1" presStyleCnt="4">
        <dgm:presLayoutVars>
          <dgm:chMax val="1"/>
          <dgm:chPref val="1"/>
        </dgm:presLayoutVars>
      </dgm:prSet>
      <dgm:spPr/>
    </dgm:pt>
    <dgm:pt modelId="{79D8A77E-D177-4FCE-9A73-656104493828}" type="pres">
      <dgm:prSet presAssocID="{FE671667-88E8-4F98-BB58-598917B8229B}" presName="sibTrans" presStyleCnt="0"/>
      <dgm:spPr/>
    </dgm:pt>
    <dgm:pt modelId="{B7207958-132A-4D54-AE61-45EF13B024CB}" type="pres">
      <dgm:prSet presAssocID="{8E33B009-CF16-4C60-BE5A-E62D6AC80229}" presName="compNode" presStyleCnt="0"/>
      <dgm:spPr/>
    </dgm:pt>
    <dgm:pt modelId="{A25E393E-D038-425E-A9DE-59A27DA76697}" type="pres">
      <dgm:prSet presAssocID="{8E33B009-CF16-4C60-BE5A-E62D6AC80229}" presName="iconBgRect" presStyleLbl="bgShp" presStyleIdx="2" presStyleCnt="4"/>
      <dgm:spPr/>
    </dgm:pt>
    <dgm:pt modelId="{BD1EB017-E76A-44D3-A41E-5A17EA8E10F9}" type="pres">
      <dgm:prSet presAssocID="{8E33B009-CF16-4C60-BE5A-E62D6AC8022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311D28CD-E648-4110-8136-3935D26A8C31}" type="pres">
      <dgm:prSet presAssocID="{8E33B009-CF16-4C60-BE5A-E62D6AC80229}" presName="spaceRect" presStyleCnt="0"/>
      <dgm:spPr/>
    </dgm:pt>
    <dgm:pt modelId="{2AD2EE11-1E45-4B63-A6B9-4912A35DE90B}" type="pres">
      <dgm:prSet presAssocID="{8E33B009-CF16-4C60-BE5A-E62D6AC80229}" presName="textRect" presStyleLbl="revTx" presStyleIdx="2" presStyleCnt="4">
        <dgm:presLayoutVars>
          <dgm:chMax val="1"/>
          <dgm:chPref val="1"/>
        </dgm:presLayoutVars>
      </dgm:prSet>
      <dgm:spPr/>
    </dgm:pt>
    <dgm:pt modelId="{09400ED2-CFAE-43B6-A00E-A0797EDAE091}" type="pres">
      <dgm:prSet presAssocID="{03F317BB-D8F0-4B6C-93CC-53B74E528F5A}" presName="sibTrans" presStyleCnt="0"/>
      <dgm:spPr/>
    </dgm:pt>
    <dgm:pt modelId="{EB8ECAEE-3B71-4D2A-AD74-B92CDD80A8D9}" type="pres">
      <dgm:prSet presAssocID="{8BEC4B76-32DF-4782-AE2E-B831F1E17620}" presName="compNode" presStyleCnt="0"/>
      <dgm:spPr/>
    </dgm:pt>
    <dgm:pt modelId="{4E90F0CD-4ACA-4902-93B5-55B1CED3C040}" type="pres">
      <dgm:prSet presAssocID="{8BEC4B76-32DF-4782-AE2E-B831F1E17620}" presName="iconBgRect" presStyleLbl="bgShp" presStyleIdx="3" presStyleCnt="4"/>
      <dgm:spPr/>
    </dgm:pt>
    <dgm:pt modelId="{8E855550-2DB9-453F-8013-8100D96373BB}" type="pres">
      <dgm:prSet presAssocID="{8BEC4B76-32DF-4782-AE2E-B831F1E1762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940D5459-3866-4473-A83A-AB8A38D565F7}" type="pres">
      <dgm:prSet presAssocID="{8BEC4B76-32DF-4782-AE2E-B831F1E17620}" presName="spaceRect" presStyleCnt="0"/>
      <dgm:spPr/>
    </dgm:pt>
    <dgm:pt modelId="{321631BE-366E-44C3-9B3E-D600FF0F6203}" type="pres">
      <dgm:prSet presAssocID="{8BEC4B76-32DF-4782-AE2E-B831F1E1762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B5C3E0B-7359-44D2-9068-0E7581C3E82B}" type="presOf" srcId="{8E33B009-CF16-4C60-BE5A-E62D6AC80229}" destId="{2AD2EE11-1E45-4B63-A6B9-4912A35DE90B}" srcOrd="0" destOrd="0" presId="urn:microsoft.com/office/officeart/2018/5/layout/IconCircleLabelList"/>
    <dgm:cxn modelId="{4D8AEB14-D9DE-4159-98A7-4E2E042F5934}" type="presOf" srcId="{6C9819AB-6B87-4CAD-A24F-831B4DD05512}" destId="{D2665AA7-AEC1-4960-BD14-5D952B47B9DA}" srcOrd="0" destOrd="0" presId="urn:microsoft.com/office/officeart/2018/5/layout/IconCircleLabelList"/>
    <dgm:cxn modelId="{4C136839-C14C-49C9-9C94-B2A48ADEE923}" srcId="{15AEC55B-9D83-4EFF-B29E-F82F7D7748CF}" destId="{8E33B009-CF16-4C60-BE5A-E62D6AC80229}" srcOrd="2" destOrd="0" parTransId="{E32561FA-C004-4AB4-B62D-8579BB31B0D5}" sibTransId="{03F317BB-D8F0-4B6C-93CC-53B74E528F5A}"/>
    <dgm:cxn modelId="{9999D03B-C54A-4216-BBC0-5E006C0AF938}" type="presOf" srcId="{15AEC55B-9D83-4EFF-B29E-F82F7D7748CF}" destId="{FF84A15A-6AFF-4930-B5BE-7039184CCB2F}" srcOrd="0" destOrd="0" presId="urn:microsoft.com/office/officeart/2018/5/layout/IconCircleLabelList"/>
    <dgm:cxn modelId="{09427D60-5294-4114-97A3-5633923AEE6E}" type="presOf" srcId="{B799FFF3-5033-4A6E-8781-BCAEAC482E9B}" destId="{EA9ECB12-49CA-4B32-BB23-1B37095EC0E5}" srcOrd="0" destOrd="0" presId="urn:microsoft.com/office/officeart/2018/5/layout/IconCircleLabelList"/>
    <dgm:cxn modelId="{1C8B5943-B6AE-47C1-A199-4F54F3E872D3}" srcId="{15AEC55B-9D83-4EFF-B29E-F82F7D7748CF}" destId="{B799FFF3-5033-4A6E-8781-BCAEAC482E9B}" srcOrd="1" destOrd="0" parTransId="{EA4180FF-A4F0-4E5C-A91A-148EB0B76FE4}" sibTransId="{FE671667-88E8-4F98-BB58-598917B8229B}"/>
    <dgm:cxn modelId="{C9B5F36A-ABCE-4BBC-B133-287A933973D3}" type="presOf" srcId="{8BEC4B76-32DF-4782-AE2E-B831F1E17620}" destId="{321631BE-366E-44C3-9B3E-D600FF0F6203}" srcOrd="0" destOrd="0" presId="urn:microsoft.com/office/officeart/2018/5/layout/IconCircleLabelList"/>
    <dgm:cxn modelId="{34BD3EC8-3178-4A23-BB0D-BFEB00A872F8}" srcId="{15AEC55B-9D83-4EFF-B29E-F82F7D7748CF}" destId="{6C9819AB-6B87-4CAD-A24F-831B4DD05512}" srcOrd="0" destOrd="0" parTransId="{E2FD22FB-C355-4953-9DEE-3234A7D7B15F}" sibTransId="{2EA53629-821E-4952-832B-EA6DDE565540}"/>
    <dgm:cxn modelId="{491E07FD-E9AB-42DD-9BB4-2518621429AE}" srcId="{15AEC55B-9D83-4EFF-B29E-F82F7D7748CF}" destId="{8BEC4B76-32DF-4782-AE2E-B831F1E17620}" srcOrd="3" destOrd="0" parTransId="{0D2C1A0F-BBA5-498C-BAB9-F982B85970A9}" sibTransId="{167A2EB5-5264-423F-86DF-CA0AB3D6DD6C}"/>
    <dgm:cxn modelId="{3CFA1871-C66A-4B1E-8627-19A504D16728}" type="presParOf" srcId="{FF84A15A-6AFF-4930-B5BE-7039184CCB2F}" destId="{BF9E9AC0-7040-4DFC-96AC-B367DDFB8F68}" srcOrd="0" destOrd="0" presId="urn:microsoft.com/office/officeart/2018/5/layout/IconCircleLabelList"/>
    <dgm:cxn modelId="{ED510912-654C-4D01-A57A-79FA54D9AEEE}" type="presParOf" srcId="{BF9E9AC0-7040-4DFC-96AC-B367DDFB8F68}" destId="{F1C5FF26-BBA6-48DE-A11E-1A61C27B84AA}" srcOrd="0" destOrd="0" presId="urn:microsoft.com/office/officeart/2018/5/layout/IconCircleLabelList"/>
    <dgm:cxn modelId="{DDE80F35-C6A1-4BB9-A1B6-0095E976324F}" type="presParOf" srcId="{BF9E9AC0-7040-4DFC-96AC-B367DDFB8F68}" destId="{06A9007A-E8B6-4F80-B67E-DEB2C26755C9}" srcOrd="1" destOrd="0" presId="urn:microsoft.com/office/officeart/2018/5/layout/IconCircleLabelList"/>
    <dgm:cxn modelId="{F936E166-4E9E-49C4-8547-6AC86AF1F967}" type="presParOf" srcId="{BF9E9AC0-7040-4DFC-96AC-B367DDFB8F68}" destId="{3717C6D6-EED4-4051-8AAB-AC8438878A8C}" srcOrd="2" destOrd="0" presId="urn:microsoft.com/office/officeart/2018/5/layout/IconCircleLabelList"/>
    <dgm:cxn modelId="{91CC1C06-F828-4E8F-A2BE-F0FAE0536544}" type="presParOf" srcId="{BF9E9AC0-7040-4DFC-96AC-B367DDFB8F68}" destId="{D2665AA7-AEC1-4960-BD14-5D952B47B9DA}" srcOrd="3" destOrd="0" presId="urn:microsoft.com/office/officeart/2018/5/layout/IconCircleLabelList"/>
    <dgm:cxn modelId="{D291FFAD-7E1B-4082-AF02-A46BB1A3BC32}" type="presParOf" srcId="{FF84A15A-6AFF-4930-B5BE-7039184CCB2F}" destId="{48121C65-98B4-4335-8B65-90286D9919F4}" srcOrd="1" destOrd="0" presId="urn:microsoft.com/office/officeart/2018/5/layout/IconCircleLabelList"/>
    <dgm:cxn modelId="{7E836120-840C-4182-944A-3D1702B41014}" type="presParOf" srcId="{FF84A15A-6AFF-4930-B5BE-7039184CCB2F}" destId="{B26AB18F-F5F8-41C7-B0CE-D59FCF718D08}" srcOrd="2" destOrd="0" presId="urn:microsoft.com/office/officeart/2018/5/layout/IconCircleLabelList"/>
    <dgm:cxn modelId="{365A1072-8F7A-4E39-A3EB-796C53EAC945}" type="presParOf" srcId="{B26AB18F-F5F8-41C7-B0CE-D59FCF718D08}" destId="{6E04EBDD-26A6-4F7D-8F6A-E2504D7BD107}" srcOrd="0" destOrd="0" presId="urn:microsoft.com/office/officeart/2018/5/layout/IconCircleLabelList"/>
    <dgm:cxn modelId="{97948579-3DB2-4276-8446-F8F25A57FC43}" type="presParOf" srcId="{B26AB18F-F5F8-41C7-B0CE-D59FCF718D08}" destId="{2412B16B-431F-4F36-A0A9-36137746C127}" srcOrd="1" destOrd="0" presId="urn:microsoft.com/office/officeart/2018/5/layout/IconCircleLabelList"/>
    <dgm:cxn modelId="{EDB12A75-A79D-4396-87F3-089F79A19DC4}" type="presParOf" srcId="{B26AB18F-F5F8-41C7-B0CE-D59FCF718D08}" destId="{4616F31F-E1D5-4AD4-9D23-48C32A4C2F60}" srcOrd="2" destOrd="0" presId="urn:microsoft.com/office/officeart/2018/5/layout/IconCircleLabelList"/>
    <dgm:cxn modelId="{52E11D21-F539-4779-8E83-87ACA3DDC5B6}" type="presParOf" srcId="{B26AB18F-F5F8-41C7-B0CE-D59FCF718D08}" destId="{EA9ECB12-49CA-4B32-BB23-1B37095EC0E5}" srcOrd="3" destOrd="0" presId="urn:microsoft.com/office/officeart/2018/5/layout/IconCircleLabelList"/>
    <dgm:cxn modelId="{1A823EC0-D1AA-42D5-903E-258FED048B1D}" type="presParOf" srcId="{FF84A15A-6AFF-4930-B5BE-7039184CCB2F}" destId="{79D8A77E-D177-4FCE-9A73-656104493828}" srcOrd="3" destOrd="0" presId="urn:microsoft.com/office/officeart/2018/5/layout/IconCircleLabelList"/>
    <dgm:cxn modelId="{7BAB6795-D0FB-47EE-B13A-B13EAF90305C}" type="presParOf" srcId="{FF84A15A-6AFF-4930-B5BE-7039184CCB2F}" destId="{B7207958-132A-4D54-AE61-45EF13B024CB}" srcOrd="4" destOrd="0" presId="urn:microsoft.com/office/officeart/2018/5/layout/IconCircleLabelList"/>
    <dgm:cxn modelId="{4B2CC8F9-152F-4454-9D7D-DFDF7D0A03ED}" type="presParOf" srcId="{B7207958-132A-4D54-AE61-45EF13B024CB}" destId="{A25E393E-D038-425E-A9DE-59A27DA76697}" srcOrd="0" destOrd="0" presId="urn:microsoft.com/office/officeart/2018/5/layout/IconCircleLabelList"/>
    <dgm:cxn modelId="{8D802A20-F921-4AF5-824C-03A6026C43C5}" type="presParOf" srcId="{B7207958-132A-4D54-AE61-45EF13B024CB}" destId="{BD1EB017-E76A-44D3-A41E-5A17EA8E10F9}" srcOrd="1" destOrd="0" presId="urn:microsoft.com/office/officeart/2018/5/layout/IconCircleLabelList"/>
    <dgm:cxn modelId="{C00D6EE3-A5D1-472C-AFEF-1D17015761D7}" type="presParOf" srcId="{B7207958-132A-4D54-AE61-45EF13B024CB}" destId="{311D28CD-E648-4110-8136-3935D26A8C31}" srcOrd="2" destOrd="0" presId="urn:microsoft.com/office/officeart/2018/5/layout/IconCircleLabelList"/>
    <dgm:cxn modelId="{B0CCC67C-BDBD-465C-9B77-E5A6B472A7DB}" type="presParOf" srcId="{B7207958-132A-4D54-AE61-45EF13B024CB}" destId="{2AD2EE11-1E45-4B63-A6B9-4912A35DE90B}" srcOrd="3" destOrd="0" presId="urn:microsoft.com/office/officeart/2018/5/layout/IconCircleLabelList"/>
    <dgm:cxn modelId="{FBE6039D-3895-4191-9009-B5426B58DEFA}" type="presParOf" srcId="{FF84A15A-6AFF-4930-B5BE-7039184CCB2F}" destId="{09400ED2-CFAE-43B6-A00E-A0797EDAE091}" srcOrd="5" destOrd="0" presId="urn:microsoft.com/office/officeart/2018/5/layout/IconCircleLabelList"/>
    <dgm:cxn modelId="{CDC50581-ED1C-46F3-A0CA-9B6D4EB7A22B}" type="presParOf" srcId="{FF84A15A-6AFF-4930-B5BE-7039184CCB2F}" destId="{EB8ECAEE-3B71-4D2A-AD74-B92CDD80A8D9}" srcOrd="6" destOrd="0" presId="urn:microsoft.com/office/officeart/2018/5/layout/IconCircleLabelList"/>
    <dgm:cxn modelId="{00CC8199-6FBF-4EC1-B122-F1D9FA75C0E7}" type="presParOf" srcId="{EB8ECAEE-3B71-4D2A-AD74-B92CDD80A8D9}" destId="{4E90F0CD-4ACA-4902-93B5-55B1CED3C040}" srcOrd="0" destOrd="0" presId="urn:microsoft.com/office/officeart/2018/5/layout/IconCircleLabelList"/>
    <dgm:cxn modelId="{4B59681A-F994-4837-9E84-E108B45C7321}" type="presParOf" srcId="{EB8ECAEE-3B71-4D2A-AD74-B92CDD80A8D9}" destId="{8E855550-2DB9-453F-8013-8100D96373BB}" srcOrd="1" destOrd="0" presId="urn:microsoft.com/office/officeart/2018/5/layout/IconCircleLabelList"/>
    <dgm:cxn modelId="{A3A47D56-5508-46F2-B60F-392E411E435B}" type="presParOf" srcId="{EB8ECAEE-3B71-4D2A-AD74-B92CDD80A8D9}" destId="{940D5459-3866-4473-A83A-AB8A38D565F7}" srcOrd="2" destOrd="0" presId="urn:microsoft.com/office/officeart/2018/5/layout/IconCircleLabelList"/>
    <dgm:cxn modelId="{2A97DEB4-076E-4BA8-AEBD-8BB78ACF11CA}" type="presParOf" srcId="{EB8ECAEE-3B71-4D2A-AD74-B92CDD80A8D9}" destId="{321631BE-366E-44C3-9B3E-D600FF0F620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DD26C58-412E-4A2F-874D-7898955E7A0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B40819B-66C8-4493-8A7F-3B2CFD3F903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Slow Performance – BeautifulSoup took too long to extract data.</a:t>
          </a:r>
        </a:p>
      </dgm:t>
    </dgm:pt>
    <dgm:pt modelId="{5D20C2A8-0DEB-4377-9841-75A69D2067D0}" type="parTrans" cxnId="{A052D448-0855-4676-B9D8-EDD9F873E9EA}">
      <dgm:prSet/>
      <dgm:spPr/>
      <dgm:t>
        <a:bodyPr/>
        <a:lstStyle/>
        <a:p>
          <a:endParaRPr lang="en-US"/>
        </a:p>
      </dgm:t>
    </dgm:pt>
    <dgm:pt modelId="{A2EA7D8C-CD55-4F2B-837B-BFEDAB21C8F6}" type="sibTrans" cxnId="{A052D448-0855-4676-B9D8-EDD9F873E9EA}">
      <dgm:prSet/>
      <dgm:spPr/>
      <dgm:t>
        <a:bodyPr/>
        <a:lstStyle/>
        <a:p>
          <a:endParaRPr lang="en-US"/>
        </a:p>
      </dgm:t>
    </dgm:pt>
    <dgm:pt modelId="{EC5DDE33-57DA-4E80-8528-E0B7F213CF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Amazon Blocked Requests – Over time, Amazon detected and blocked BeautifulSoup-based scraping.</a:t>
          </a:r>
        </a:p>
      </dgm:t>
    </dgm:pt>
    <dgm:pt modelId="{27B403E2-1C78-4827-AB79-C2021B6143D0}" type="parTrans" cxnId="{8BAB956F-1468-43DD-91C7-303C089250D3}">
      <dgm:prSet/>
      <dgm:spPr/>
      <dgm:t>
        <a:bodyPr/>
        <a:lstStyle/>
        <a:p>
          <a:endParaRPr lang="en-US"/>
        </a:p>
      </dgm:t>
    </dgm:pt>
    <dgm:pt modelId="{2F1DD79E-1696-427B-B1A2-AB2A13B58BDE}" type="sibTrans" cxnId="{8BAB956F-1468-43DD-91C7-303C089250D3}">
      <dgm:prSet/>
      <dgm:spPr/>
      <dgm:t>
        <a:bodyPr/>
        <a:lstStyle/>
        <a:p>
          <a:endParaRPr lang="en-US"/>
        </a:p>
      </dgm:t>
    </dgm:pt>
    <dgm:pt modelId="{C3863F64-7887-4863-BEA4-863D093A2DAC}" type="pres">
      <dgm:prSet presAssocID="{5DD26C58-412E-4A2F-874D-7898955E7A04}" presName="root" presStyleCnt="0">
        <dgm:presLayoutVars>
          <dgm:dir/>
          <dgm:resizeHandles val="exact"/>
        </dgm:presLayoutVars>
      </dgm:prSet>
      <dgm:spPr/>
    </dgm:pt>
    <dgm:pt modelId="{5700E254-4CAE-4DD4-ACA4-9A7D177F335D}" type="pres">
      <dgm:prSet presAssocID="{CB40819B-66C8-4493-8A7F-3B2CFD3F9036}" presName="compNode" presStyleCnt="0"/>
      <dgm:spPr/>
    </dgm:pt>
    <dgm:pt modelId="{BB85466B-4D5D-44A0-8BA9-088C7076C5E7}" type="pres">
      <dgm:prSet presAssocID="{CB40819B-66C8-4493-8A7F-3B2CFD3F903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urtle"/>
        </a:ext>
      </dgm:extLst>
    </dgm:pt>
    <dgm:pt modelId="{B648CB81-4027-47DD-AF50-53BBF80EBFD1}" type="pres">
      <dgm:prSet presAssocID="{CB40819B-66C8-4493-8A7F-3B2CFD3F9036}" presName="spaceRect" presStyleCnt="0"/>
      <dgm:spPr/>
    </dgm:pt>
    <dgm:pt modelId="{66805CE9-52BA-43D3-B8C0-DC5FF287F4A0}" type="pres">
      <dgm:prSet presAssocID="{CB40819B-66C8-4493-8A7F-3B2CFD3F9036}" presName="textRect" presStyleLbl="revTx" presStyleIdx="0" presStyleCnt="2">
        <dgm:presLayoutVars>
          <dgm:chMax val="1"/>
          <dgm:chPref val="1"/>
        </dgm:presLayoutVars>
      </dgm:prSet>
      <dgm:spPr/>
    </dgm:pt>
    <dgm:pt modelId="{0A212524-449D-4ACE-9E06-91F5FE0D069E}" type="pres">
      <dgm:prSet presAssocID="{A2EA7D8C-CD55-4F2B-837B-BFEDAB21C8F6}" presName="sibTrans" presStyleCnt="0"/>
      <dgm:spPr/>
    </dgm:pt>
    <dgm:pt modelId="{23CA8308-8DF3-4262-AAB8-602FD8CD1C56}" type="pres">
      <dgm:prSet presAssocID="{EC5DDE33-57DA-4E80-8528-E0B7F213CFEF}" presName="compNode" presStyleCnt="0"/>
      <dgm:spPr/>
    </dgm:pt>
    <dgm:pt modelId="{21E54B72-4878-433C-9FAB-060190DB7B67}" type="pres">
      <dgm:prSet presAssocID="{EC5DDE33-57DA-4E80-8528-E0B7F213CFE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023B9B07-94A8-4781-8EA2-24D06CEBA7ED}" type="pres">
      <dgm:prSet presAssocID="{EC5DDE33-57DA-4E80-8528-E0B7F213CFEF}" presName="spaceRect" presStyleCnt="0"/>
      <dgm:spPr/>
    </dgm:pt>
    <dgm:pt modelId="{B2303FC6-2B14-411D-B5D0-9D042F425BA5}" type="pres">
      <dgm:prSet presAssocID="{EC5DDE33-57DA-4E80-8528-E0B7F213CFEF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892D3303-E2E4-4AE0-AA8F-B15A8FF3E6FD}" type="presOf" srcId="{CB40819B-66C8-4493-8A7F-3B2CFD3F9036}" destId="{66805CE9-52BA-43D3-B8C0-DC5FF287F4A0}" srcOrd="0" destOrd="0" presId="urn:microsoft.com/office/officeart/2018/2/layout/IconLabelList"/>
    <dgm:cxn modelId="{A052D448-0855-4676-B9D8-EDD9F873E9EA}" srcId="{5DD26C58-412E-4A2F-874D-7898955E7A04}" destId="{CB40819B-66C8-4493-8A7F-3B2CFD3F9036}" srcOrd="0" destOrd="0" parTransId="{5D20C2A8-0DEB-4377-9841-75A69D2067D0}" sibTransId="{A2EA7D8C-CD55-4F2B-837B-BFEDAB21C8F6}"/>
    <dgm:cxn modelId="{8BAB956F-1468-43DD-91C7-303C089250D3}" srcId="{5DD26C58-412E-4A2F-874D-7898955E7A04}" destId="{EC5DDE33-57DA-4E80-8528-E0B7F213CFEF}" srcOrd="1" destOrd="0" parTransId="{27B403E2-1C78-4827-AB79-C2021B6143D0}" sibTransId="{2F1DD79E-1696-427B-B1A2-AB2A13B58BDE}"/>
    <dgm:cxn modelId="{AB6B48CE-A75B-4F7B-B51F-BB190E974C18}" type="presOf" srcId="{EC5DDE33-57DA-4E80-8528-E0B7F213CFEF}" destId="{B2303FC6-2B14-411D-B5D0-9D042F425BA5}" srcOrd="0" destOrd="0" presId="urn:microsoft.com/office/officeart/2018/2/layout/IconLabelList"/>
    <dgm:cxn modelId="{68C162F3-F07A-4934-8B64-64418208BF31}" type="presOf" srcId="{5DD26C58-412E-4A2F-874D-7898955E7A04}" destId="{C3863F64-7887-4863-BEA4-863D093A2DAC}" srcOrd="0" destOrd="0" presId="urn:microsoft.com/office/officeart/2018/2/layout/IconLabelList"/>
    <dgm:cxn modelId="{132FE962-DB2C-49BE-A254-978903BABE8F}" type="presParOf" srcId="{C3863F64-7887-4863-BEA4-863D093A2DAC}" destId="{5700E254-4CAE-4DD4-ACA4-9A7D177F335D}" srcOrd="0" destOrd="0" presId="urn:microsoft.com/office/officeart/2018/2/layout/IconLabelList"/>
    <dgm:cxn modelId="{6EF4E90E-DCC8-4504-A3E3-16BA95EA6489}" type="presParOf" srcId="{5700E254-4CAE-4DD4-ACA4-9A7D177F335D}" destId="{BB85466B-4D5D-44A0-8BA9-088C7076C5E7}" srcOrd="0" destOrd="0" presId="urn:microsoft.com/office/officeart/2018/2/layout/IconLabelList"/>
    <dgm:cxn modelId="{EE342A44-FB74-4556-B392-BD8950323AF1}" type="presParOf" srcId="{5700E254-4CAE-4DD4-ACA4-9A7D177F335D}" destId="{B648CB81-4027-47DD-AF50-53BBF80EBFD1}" srcOrd="1" destOrd="0" presId="urn:microsoft.com/office/officeart/2018/2/layout/IconLabelList"/>
    <dgm:cxn modelId="{3F10A095-6B08-4582-AC45-E4BEA690D94B}" type="presParOf" srcId="{5700E254-4CAE-4DD4-ACA4-9A7D177F335D}" destId="{66805CE9-52BA-43D3-B8C0-DC5FF287F4A0}" srcOrd="2" destOrd="0" presId="urn:microsoft.com/office/officeart/2018/2/layout/IconLabelList"/>
    <dgm:cxn modelId="{4A40FE42-29B7-4CB6-8967-5C312087F551}" type="presParOf" srcId="{C3863F64-7887-4863-BEA4-863D093A2DAC}" destId="{0A212524-449D-4ACE-9E06-91F5FE0D069E}" srcOrd="1" destOrd="0" presId="urn:microsoft.com/office/officeart/2018/2/layout/IconLabelList"/>
    <dgm:cxn modelId="{ECD94C5C-5B52-4A2B-9DCD-3C7B62736458}" type="presParOf" srcId="{C3863F64-7887-4863-BEA4-863D093A2DAC}" destId="{23CA8308-8DF3-4262-AAB8-602FD8CD1C56}" srcOrd="2" destOrd="0" presId="urn:microsoft.com/office/officeart/2018/2/layout/IconLabelList"/>
    <dgm:cxn modelId="{94C43E2E-3BD6-48FA-9AC6-64D835CD04BC}" type="presParOf" srcId="{23CA8308-8DF3-4262-AAB8-602FD8CD1C56}" destId="{21E54B72-4878-433C-9FAB-060190DB7B67}" srcOrd="0" destOrd="0" presId="urn:microsoft.com/office/officeart/2018/2/layout/IconLabelList"/>
    <dgm:cxn modelId="{DE44732E-F1D5-4511-8D2E-03B5400AC669}" type="presParOf" srcId="{23CA8308-8DF3-4262-AAB8-602FD8CD1C56}" destId="{023B9B07-94A8-4781-8EA2-24D06CEBA7ED}" srcOrd="1" destOrd="0" presId="urn:microsoft.com/office/officeart/2018/2/layout/IconLabelList"/>
    <dgm:cxn modelId="{958294AA-165F-41D3-A816-EB56E1E122DD}" type="presParOf" srcId="{23CA8308-8DF3-4262-AAB8-602FD8CD1C56}" destId="{B2303FC6-2B14-411D-B5D0-9D042F425BA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2C4A316-4D79-488D-90D2-C594A0ED62F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61D08691-6143-4D48-A0C6-17FBCBD8CE36}">
      <dgm:prSet/>
      <dgm:spPr/>
      <dgm:t>
        <a:bodyPr/>
        <a:lstStyle/>
        <a:p>
          <a:r>
            <a:rPr lang="en-US"/>
            <a:t>Scrapy and APIfy are powerful tools designed for large-scale web scraping and automation. While they serve similar purposes, they have key differences in how they handle data extraction.</a:t>
          </a:r>
        </a:p>
      </dgm:t>
    </dgm:pt>
    <dgm:pt modelId="{99C23A1C-EDBD-4199-B7DE-8A424E42D475}" type="parTrans" cxnId="{0A8F4D09-BDA6-4044-910E-78A37FDF436D}">
      <dgm:prSet/>
      <dgm:spPr/>
      <dgm:t>
        <a:bodyPr/>
        <a:lstStyle/>
        <a:p>
          <a:endParaRPr lang="en-US"/>
        </a:p>
      </dgm:t>
    </dgm:pt>
    <dgm:pt modelId="{775B8A42-AD96-45EF-B972-E3568EE75AC5}" type="sibTrans" cxnId="{0A8F4D09-BDA6-4044-910E-78A37FDF436D}">
      <dgm:prSet/>
      <dgm:spPr/>
      <dgm:t>
        <a:bodyPr/>
        <a:lstStyle/>
        <a:p>
          <a:endParaRPr lang="en-US"/>
        </a:p>
      </dgm:t>
    </dgm:pt>
    <dgm:pt modelId="{E377742C-5CD0-40A8-9D73-81FFFC4EB277}">
      <dgm:prSet/>
      <dgm:spPr/>
      <dgm:t>
        <a:bodyPr/>
        <a:lstStyle/>
        <a:p>
          <a:r>
            <a:rPr lang="en-US" b="1"/>
            <a:t>Scrapy</a:t>
          </a:r>
          <a:r>
            <a:rPr lang="en-US"/>
            <a:t> is an </a:t>
          </a:r>
          <a:r>
            <a:rPr lang="en-US" b="1"/>
            <a:t>open-source Python framework</a:t>
          </a:r>
          <a:r>
            <a:rPr lang="en-US"/>
            <a:t> that allows for </a:t>
          </a:r>
          <a:r>
            <a:rPr lang="en-US" b="1"/>
            <a:t>fast, scalable, and efficient</a:t>
          </a:r>
          <a:r>
            <a:rPr lang="en-US"/>
            <a:t> web scraping. </a:t>
          </a:r>
        </a:p>
      </dgm:t>
    </dgm:pt>
    <dgm:pt modelId="{284EF5C2-361E-45A5-81FD-FAD059E20174}" type="parTrans" cxnId="{15D766D1-4759-4304-ACE6-20BAC445029B}">
      <dgm:prSet/>
      <dgm:spPr/>
      <dgm:t>
        <a:bodyPr/>
        <a:lstStyle/>
        <a:p>
          <a:endParaRPr lang="en-US"/>
        </a:p>
      </dgm:t>
    </dgm:pt>
    <dgm:pt modelId="{14D4CDEA-4139-42C0-9C1E-7A9C24981831}" type="sibTrans" cxnId="{15D766D1-4759-4304-ACE6-20BAC445029B}">
      <dgm:prSet/>
      <dgm:spPr/>
      <dgm:t>
        <a:bodyPr/>
        <a:lstStyle/>
        <a:p>
          <a:endParaRPr lang="en-US"/>
        </a:p>
      </dgm:t>
    </dgm:pt>
    <dgm:pt modelId="{5609D78C-0CDF-4171-9324-608CC0D37A0F}">
      <dgm:prSet/>
      <dgm:spPr/>
      <dgm:t>
        <a:bodyPr/>
        <a:lstStyle/>
        <a:p>
          <a:r>
            <a:rPr lang="en-US"/>
            <a:t>Unlike BeautifulSoup, which is better suited for small tasks, Scrapy is </a:t>
          </a:r>
          <a:r>
            <a:rPr lang="en-US" b="1"/>
            <a:t>asynchronous</a:t>
          </a:r>
          <a:r>
            <a:rPr lang="en-US"/>
            <a:t>, meaning it can scrape thousands of pages efficiently.</a:t>
          </a:r>
        </a:p>
      </dgm:t>
    </dgm:pt>
    <dgm:pt modelId="{E2C4A239-49EB-48AF-BE0F-7D6A151EE933}" type="parTrans" cxnId="{94C0249B-12AC-4943-A7C7-023ABFCE3F7C}">
      <dgm:prSet/>
      <dgm:spPr/>
      <dgm:t>
        <a:bodyPr/>
        <a:lstStyle/>
        <a:p>
          <a:endParaRPr lang="en-US"/>
        </a:p>
      </dgm:t>
    </dgm:pt>
    <dgm:pt modelId="{F89C8596-A57A-4FA2-9FCB-460D411AA4C2}" type="sibTrans" cxnId="{94C0249B-12AC-4943-A7C7-023ABFCE3F7C}">
      <dgm:prSet/>
      <dgm:spPr/>
      <dgm:t>
        <a:bodyPr/>
        <a:lstStyle/>
        <a:p>
          <a:endParaRPr lang="en-US"/>
        </a:p>
      </dgm:t>
    </dgm:pt>
    <dgm:pt modelId="{2B6B8BB1-ADD5-49A0-8F57-B1BD7EB5F1A7}" type="pres">
      <dgm:prSet presAssocID="{62C4A316-4D79-488D-90D2-C594A0ED62F6}" presName="root" presStyleCnt="0">
        <dgm:presLayoutVars>
          <dgm:dir/>
          <dgm:resizeHandles val="exact"/>
        </dgm:presLayoutVars>
      </dgm:prSet>
      <dgm:spPr/>
    </dgm:pt>
    <dgm:pt modelId="{BB0C6045-A1F0-4581-8001-AC83FD5A6044}" type="pres">
      <dgm:prSet presAssocID="{61D08691-6143-4D48-A0C6-17FBCBD8CE36}" presName="compNode" presStyleCnt="0"/>
      <dgm:spPr/>
    </dgm:pt>
    <dgm:pt modelId="{E6E79B80-4626-48F4-B6C5-CF14DB342E11}" type="pres">
      <dgm:prSet presAssocID="{61D08691-6143-4D48-A0C6-17FBCBD8CE36}" presName="bgRect" presStyleLbl="bgShp" presStyleIdx="0" presStyleCnt="3"/>
      <dgm:spPr/>
    </dgm:pt>
    <dgm:pt modelId="{136E46E8-C984-42E8-B9EF-3C6D76254167}" type="pres">
      <dgm:prSet presAssocID="{61D08691-6143-4D48-A0C6-17FBCBD8CE3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F991FBB3-1833-4D01-A10B-1408232265C0}" type="pres">
      <dgm:prSet presAssocID="{61D08691-6143-4D48-A0C6-17FBCBD8CE36}" presName="spaceRect" presStyleCnt="0"/>
      <dgm:spPr/>
    </dgm:pt>
    <dgm:pt modelId="{4DB98ADC-622F-47FA-8C6A-AE3C0E7233AF}" type="pres">
      <dgm:prSet presAssocID="{61D08691-6143-4D48-A0C6-17FBCBD8CE36}" presName="parTx" presStyleLbl="revTx" presStyleIdx="0" presStyleCnt="3">
        <dgm:presLayoutVars>
          <dgm:chMax val="0"/>
          <dgm:chPref val="0"/>
        </dgm:presLayoutVars>
      </dgm:prSet>
      <dgm:spPr/>
    </dgm:pt>
    <dgm:pt modelId="{3423AC58-8D75-4355-BAC1-597C80E4C99D}" type="pres">
      <dgm:prSet presAssocID="{775B8A42-AD96-45EF-B972-E3568EE75AC5}" presName="sibTrans" presStyleCnt="0"/>
      <dgm:spPr/>
    </dgm:pt>
    <dgm:pt modelId="{DE76D14C-D0F0-4F34-B9CD-8E55B23A91AD}" type="pres">
      <dgm:prSet presAssocID="{E377742C-5CD0-40A8-9D73-81FFFC4EB277}" presName="compNode" presStyleCnt="0"/>
      <dgm:spPr/>
    </dgm:pt>
    <dgm:pt modelId="{09F12E31-B07A-47F6-B491-FDC1A1E9F978}" type="pres">
      <dgm:prSet presAssocID="{E377742C-5CD0-40A8-9D73-81FFFC4EB277}" presName="bgRect" presStyleLbl="bgShp" presStyleIdx="1" presStyleCnt="3"/>
      <dgm:spPr/>
    </dgm:pt>
    <dgm:pt modelId="{FAE086C4-B1F3-44E1-9543-C272C83B7671}" type="pres">
      <dgm:prSet presAssocID="{E377742C-5CD0-40A8-9D73-81FFFC4EB27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553DABAC-09D3-4901-90A0-DCC9389B7736}" type="pres">
      <dgm:prSet presAssocID="{E377742C-5CD0-40A8-9D73-81FFFC4EB277}" presName="spaceRect" presStyleCnt="0"/>
      <dgm:spPr/>
    </dgm:pt>
    <dgm:pt modelId="{6DDA8BD5-CDC6-4902-B813-6FE3597B8025}" type="pres">
      <dgm:prSet presAssocID="{E377742C-5CD0-40A8-9D73-81FFFC4EB277}" presName="parTx" presStyleLbl="revTx" presStyleIdx="1" presStyleCnt="3">
        <dgm:presLayoutVars>
          <dgm:chMax val="0"/>
          <dgm:chPref val="0"/>
        </dgm:presLayoutVars>
      </dgm:prSet>
      <dgm:spPr/>
    </dgm:pt>
    <dgm:pt modelId="{5900BE32-0BA2-457B-93E6-8D37145004BD}" type="pres">
      <dgm:prSet presAssocID="{14D4CDEA-4139-42C0-9C1E-7A9C24981831}" presName="sibTrans" presStyleCnt="0"/>
      <dgm:spPr/>
    </dgm:pt>
    <dgm:pt modelId="{C3ABDF63-0649-4DD8-B3B7-975EB1455E11}" type="pres">
      <dgm:prSet presAssocID="{5609D78C-0CDF-4171-9324-608CC0D37A0F}" presName="compNode" presStyleCnt="0"/>
      <dgm:spPr/>
    </dgm:pt>
    <dgm:pt modelId="{59C30763-7C21-4021-812C-216FD6085738}" type="pres">
      <dgm:prSet presAssocID="{5609D78C-0CDF-4171-9324-608CC0D37A0F}" presName="bgRect" presStyleLbl="bgShp" presStyleIdx="2" presStyleCnt="3"/>
      <dgm:spPr/>
    </dgm:pt>
    <dgm:pt modelId="{D8A9D8DD-AB22-4C32-9D82-F97AFEE08092}" type="pres">
      <dgm:prSet presAssocID="{5609D78C-0CDF-4171-9324-608CC0D37A0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w blade"/>
        </a:ext>
      </dgm:extLst>
    </dgm:pt>
    <dgm:pt modelId="{20F06E39-8E0D-4AE8-8D5D-E821EFC2BFFF}" type="pres">
      <dgm:prSet presAssocID="{5609D78C-0CDF-4171-9324-608CC0D37A0F}" presName="spaceRect" presStyleCnt="0"/>
      <dgm:spPr/>
    </dgm:pt>
    <dgm:pt modelId="{DC41D4AF-081A-4F35-992A-257AC6731858}" type="pres">
      <dgm:prSet presAssocID="{5609D78C-0CDF-4171-9324-608CC0D37A0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A8F4D09-BDA6-4044-910E-78A37FDF436D}" srcId="{62C4A316-4D79-488D-90D2-C594A0ED62F6}" destId="{61D08691-6143-4D48-A0C6-17FBCBD8CE36}" srcOrd="0" destOrd="0" parTransId="{99C23A1C-EDBD-4199-B7DE-8A424E42D475}" sibTransId="{775B8A42-AD96-45EF-B972-E3568EE75AC5}"/>
    <dgm:cxn modelId="{727D4727-F6B3-43D6-8B17-45CB1775BEC5}" type="presOf" srcId="{61D08691-6143-4D48-A0C6-17FBCBD8CE36}" destId="{4DB98ADC-622F-47FA-8C6A-AE3C0E7233AF}" srcOrd="0" destOrd="0" presId="urn:microsoft.com/office/officeart/2018/2/layout/IconVerticalSolidList"/>
    <dgm:cxn modelId="{410B3665-7649-46B1-9FE4-75078EC58E17}" type="presOf" srcId="{62C4A316-4D79-488D-90D2-C594A0ED62F6}" destId="{2B6B8BB1-ADD5-49A0-8F57-B1BD7EB5F1A7}" srcOrd="0" destOrd="0" presId="urn:microsoft.com/office/officeart/2018/2/layout/IconVerticalSolidList"/>
    <dgm:cxn modelId="{A0740584-53C3-4CC3-B70A-2A878060E438}" type="presOf" srcId="{E377742C-5CD0-40A8-9D73-81FFFC4EB277}" destId="{6DDA8BD5-CDC6-4902-B813-6FE3597B8025}" srcOrd="0" destOrd="0" presId="urn:microsoft.com/office/officeart/2018/2/layout/IconVerticalSolidList"/>
    <dgm:cxn modelId="{94C0249B-12AC-4943-A7C7-023ABFCE3F7C}" srcId="{62C4A316-4D79-488D-90D2-C594A0ED62F6}" destId="{5609D78C-0CDF-4171-9324-608CC0D37A0F}" srcOrd="2" destOrd="0" parTransId="{E2C4A239-49EB-48AF-BE0F-7D6A151EE933}" sibTransId="{F89C8596-A57A-4FA2-9FCB-460D411AA4C2}"/>
    <dgm:cxn modelId="{15D766D1-4759-4304-ACE6-20BAC445029B}" srcId="{62C4A316-4D79-488D-90D2-C594A0ED62F6}" destId="{E377742C-5CD0-40A8-9D73-81FFFC4EB277}" srcOrd="1" destOrd="0" parTransId="{284EF5C2-361E-45A5-81FD-FAD059E20174}" sibTransId="{14D4CDEA-4139-42C0-9C1E-7A9C24981831}"/>
    <dgm:cxn modelId="{9D5D29DE-4A29-414B-A945-E8ACFA75E1D1}" type="presOf" srcId="{5609D78C-0CDF-4171-9324-608CC0D37A0F}" destId="{DC41D4AF-081A-4F35-992A-257AC6731858}" srcOrd="0" destOrd="0" presId="urn:microsoft.com/office/officeart/2018/2/layout/IconVerticalSolidList"/>
    <dgm:cxn modelId="{C3208698-7697-440E-B6AC-13B1EB7ABC76}" type="presParOf" srcId="{2B6B8BB1-ADD5-49A0-8F57-B1BD7EB5F1A7}" destId="{BB0C6045-A1F0-4581-8001-AC83FD5A6044}" srcOrd="0" destOrd="0" presId="urn:microsoft.com/office/officeart/2018/2/layout/IconVerticalSolidList"/>
    <dgm:cxn modelId="{4BE223DA-C3C6-4B65-9AAB-8F8897E65B9D}" type="presParOf" srcId="{BB0C6045-A1F0-4581-8001-AC83FD5A6044}" destId="{E6E79B80-4626-48F4-B6C5-CF14DB342E11}" srcOrd="0" destOrd="0" presId="urn:microsoft.com/office/officeart/2018/2/layout/IconVerticalSolidList"/>
    <dgm:cxn modelId="{C88F606E-7AA7-4ACB-BD0B-31933004D03F}" type="presParOf" srcId="{BB0C6045-A1F0-4581-8001-AC83FD5A6044}" destId="{136E46E8-C984-42E8-B9EF-3C6D76254167}" srcOrd="1" destOrd="0" presId="urn:microsoft.com/office/officeart/2018/2/layout/IconVerticalSolidList"/>
    <dgm:cxn modelId="{468407FC-558B-4A51-BCD0-7DB358CDF046}" type="presParOf" srcId="{BB0C6045-A1F0-4581-8001-AC83FD5A6044}" destId="{F991FBB3-1833-4D01-A10B-1408232265C0}" srcOrd="2" destOrd="0" presId="urn:microsoft.com/office/officeart/2018/2/layout/IconVerticalSolidList"/>
    <dgm:cxn modelId="{DFB308B4-5444-443F-BC1C-99F85E1B0EE7}" type="presParOf" srcId="{BB0C6045-A1F0-4581-8001-AC83FD5A6044}" destId="{4DB98ADC-622F-47FA-8C6A-AE3C0E7233AF}" srcOrd="3" destOrd="0" presId="urn:microsoft.com/office/officeart/2018/2/layout/IconVerticalSolidList"/>
    <dgm:cxn modelId="{E31897F1-588F-4970-A022-336DDCC32B2F}" type="presParOf" srcId="{2B6B8BB1-ADD5-49A0-8F57-B1BD7EB5F1A7}" destId="{3423AC58-8D75-4355-BAC1-597C80E4C99D}" srcOrd="1" destOrd="0" presId="urn:microsoft.com/office/officeart/2018/2/layout/IconVerticalSolidList"/>
    <dgm:cxn modelId="{8E2696C5-5BFC-42CF-9BBB-A989C7AD64B6}" type="presParOf" srcId="{2B6B8BB1-ADD5-49A0-8F57-B1BD7EB5F1A7}" destId="{DE76D14C-D0F0-4F34-B9CD-8E55B23A91AD}" srcOrd="2" destOrd="0" presId="urn:microsoft.com/office/officeart/2018/2/layout/IconVerticalSolidList"/>
    <dgm:cxn modelId="{BF3A73AD-7E65-47AE-8C24-9AA067C414E0}" type="presParOf" srcId="{DE76D14C-D0F0-4F34-B9CD-8E55B23A91AD}" destId="{09F12E31-B07A-47F6-B491-FDC1A1E9F978}" srcOrd="0" destOrd="0" presId="urn:microsoft.com/office/officeart/2018/2/layout/IconVerticalSolidList"/>
    <dgm:cxn modelId="{374505F3-5289-49C7-8F5E-E49BB335271C}" type="presParOf" srcId="{DE76D14C-D0F0-4F34-B9CD-8E55B23A91AD}" destId="{FAE086C4-B1F3-44E1-9543-C272C83B7671}" srcOrd="1" destOrd="0" presId="urn:microsoft.com/office/officeart/2018/2/layout/IconVerticalSolidList"/>
    <dgm:cxn modelId="{1F702601-F949-44F9-B53F-38B046915067}" type="presParOf" srcId="{DE76D14C-D0F0-4F34-B9CD-8E55B23A91AD}" destId="{553DABAC-09D3-4901-90A0-DCC9389B7736}" srcOrd="2" destOrd="0" presId="urn:microsoft.com/office/officeart/2018/2/layout/IconVerticalSolidList"/>
    <dgm:cxn modelId="{0DDB2074-F0D0-4B82-BA79-497B3A3D727D}" type="presParOf" srcId="{DE76D14C-D0F0-4F34-B9CD-8E55B23A91AD}" destId="{6DDA8BD5-CDC6-4902-B813-6FE3597B8025}" srcOrd="3" destOrd="0" presId="urn:microsoft.com/office/officeart/2018/2/layout/IconVerticalSolidList"/>
    <dgm:cxn modelId="{57BA9F0B-59DB-4086-B55A-4C3F2552914F}" type="presParOf" srcId="{2B6B8BB1-ADD5-49A0-8F57-B1BD7EB5F1A7}" destId="{5900BE32-0BA2-457B-93E6-8D37145004BD}" srcOrd="3" destOrd="0" presId="urn:microsoft.com/office/officeart/2018/2/layout/IconVerticalSolidList"/>
    <dgm:cxn modelId="{82EA4F92-69DB-452F-97A0-77CB9A05473E}" type="presParOf" srcId="{2B6B8BB1-ADD5-49A0-8F57-B1BD7EB5F1A7}" destId="{C3ABDF63-0649-4DD8-B3B7-975EB1455E11}" srcOrd="4" destOrd="0" presId="urn:microsoft.com/office/officeart/2018/2/layout/IconVerticalSolidList"/>
    <dgm:cxn modelId="{9EBDEE3B-1BEC-4BFA-889C-C21BE186A1B0}" type="presParOf" srcId="{C3ABDF63-0649-4DD8-B3B7-975EB1455E11}" destId="{59C30763-7C21-4021-812C-216FD6085738}" srcOrd="0" destOrd="0" presId="urn:microsoft.com/office/officeart/2018/2/layout/IconVerticalSolidList"/>
    <dgm:cxn modelId="{37236318-47AA-49C8-8166-F6901B67C045}" type="presParOf" srcId="{C3ABDF63-0649-4DD8-B3B7-975EB1455E11}" destId="{D8A9D8DD-AB22-4C32-9D82-F97AFEE08092}" srcOrd="1" destOrd="0" presId="urn:microsoft.com/office/officeart/2018/2/layout/IconVerticalSolidList"/>
    <dgm:cxn modelId="{B1C8C25B-5F7D-48BD-8191-4BB2CE2887AB}" type="presParOf" srcId="{C3ABDF63-0649-4DD8-B3B7-975EB1455E11}" destId="{20F06E39-8E0D-4AE8-8D5D-E821EFC2BFFF}" srcOrd="2" destOrd="0" presId="urn:microsoft.com/office/officeart/2018/2/layout/IconVerticalSolidList"/>
    <dgm:cxn modelId="{53CFA0F5-838C-4B30-ABED-FDB7C1E7B38D}" type="presParOf" srcId="{C3ABDF63-0649-4DD8-B3B7-975EB1455E11}" destId="{DC41D4AF-081A-4F35-992A-257AC673185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645C456-4CE9-4D42-9578-3E3E075E546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C73119D7-0E52-433A-9E30-BC5F74D28EAD}">
      <dgm:prSet/>
      <dgm:spPr/>
      <dgm:t>
        <a:bodyPr/>
        <a:lstStyle/>
        <a:p>
          <a:r>
            <a:rPr lang="en-IN" b="1"/>
            <a:t>Spider</a:t>
          </a:r>
          <a:r>
            <a:rPr lang="en-IN"/>
            <a:t>: A bot (script) that crawls web pages based on predefined rules.</a:t>
          </a:r>
          <a:endParaRPr lang="en-US"/>
        </a:p>
      </dgm:t>
    </dgm:pt>
    <dgm:pt modelId="{F61D18BC-940C-44E0-A2D3-07EC46DF6DD1}" type="parTrans" cxnId="{0B79A209-29B6-4DFF-A96F-6017CAC15212}">
      <dgm:prSet/>
      <dgm:spPr/>
      <dgm:t>
        <a:bodyPr/>
        <a:lstStyle/>
        <a:p>
          <a:endParaRPr lang="en-US"/>
        </a:p>
      </dgm:t>
    </dgm:pt>
    <dgm:pt modelId="{A2212631-3464-4FC7-AAB7-79575F17BA06}" type="sibTrans" cxnId="{0B79A209-29B6-4DFF-A96F-6017CAC15212}">
      <dgm:prSet/>
      <dgm:spPr/>
      <dgm:t>
        <a:bodyPr/>
        <a:lstStyle/>
        <a:p>
          <a:endParaRPr lang="en-US"/>
        </a:p>
      </dgm:t>
    </dgm:pt>
    <dgm:pt modelId="{D418BE44-E8FA-42FC-9CAB-C9FD559EE154}">
      <dgm:prSet/>
      <dgm:spPr/>
      <dgm:t>
        <a:bodyPr/>
        <a:lstStyle/>
        <a:p>
          <a:r>
            <a:rPr lang="en-IN" b="1"/>
            <a:t>Requests &amp; Responses</a:t>
          </a:r>
          <a:r>
            <a:rPr lang="en-IN"/>
            <a:t>: Sends HTTP requests and processes responses automatically.</a:t>
          </a:r>
          <a:endParaRPr lang="en-US"/>
        </a:p>
      </dgm:t>
    </dgm:pt>
    <dgm:pt modelId="{88D4570F-19F0-4BB0-B3E1-3C1CB27A658B}" type="parTrans" cxnId="{4C311753-BCD3-4E91-AF4B-232E0E18BD2D}">
      <dgm:prSet/>
      <dgm:spPr/>
      <dgm:t>
        <a:bodyPr/>
        <a:lstStyle/>
        <a:p>
          <a:endParaRPr lang="en-US"/>
        </a:p>
      </dgm:t>
    </dgm:pt>
    <dgm:pt modelId="{5C5BFF8B-585C-4DF0-8C94-231B5A5A96A3}" type="sibTrans" cxnId="{4C311753-BCD3-4E91-AF4B-232E0E18BD2D}">
      <dgm:prSet/>
      <dgm:spPr/>
      <dgm:t>
        <a:bodyPr/>
        <a:lstStyle/>
        <a:p>
          <a:endParaRPr lang="en-US"/>
        </a:p>
      </dgm:t>
    </dgm:pt>
    <dgm:pt modelId="{11CEADB8-DB95-457A-9C65-A248C1064222}">
      <dgm:prSet/>
      <dgm:spPr/>
      <dgm:t>
        <a:bodyPr/>
        <a:lstStyle/>
        <a:p>
          <a:r>
            <a:rPr lang="en-IN" b="1"/>
            <a:t>Parsing &amp; Extraction</a:t>
          </a:r>
          <a:r>
            <a:rPr lang="en-IN"/>
            <a:t>: Extracts data using XPath, CSS selectors, or regex.</a:t>
          </a:r>
          <a:endParaRPr lang="en-US"/>
        </a:p>
      </dgm:t>
    </dgm:pt>
    <dgm:pt modelId="{C0B06B49-0410-489C-8BAD-C3F1B9C338CE}" type="parTrans" cxnId="{1802CBA3-4E69-4050-BF7D-8C5D6428593E}">
      <dgm:prSet/>
      <dgm:spPr/>
      <dgm:t>
        <a:bodyPr/>
        <a:lstStyle/>
        <a:p>
          <a:endParaRPr lang="en-US"/>
        </a:p>
      </dgm:t>
    </dgm:pt>
    <dgm:pt modelId="{6F16D41E-2A1D-4532-93BB-43941E76350F}" type="sibTrans" cxnId="{1802CBA3-4E69-4050-BF7D-8C5D6428593E}">
      <dgm:prSet/>
      <dgm:spPr/>
      <dgm:t>
        <a:bodyPr/>
        <a:lstStyle/>
        <a:p>
          <a:endParaRPr lang="en-US"/>
        </a:p>
      </dgm:t>
    </dgm:pt>
    <dgm:pt modelId="{D5542E93-6244-4113-930F-CB69DA054427}">
      <dgm:prSet/>
      <dgm:spPr/>
      <dgm:t>
        <a:bodyPr/>
        <a:lstStyle/>
        <a:p>
          <a:r>
            <a:rPr lang="en-IN" b="1"/>
            <a:t>Pipelines</a:t>
          </a:r>
          <a:r>
            <a:rPr lang="en-IN"/>
            <a:t>: Stores data in JSON, CSV, or databases.</a:t>
          </a:r>
          <a:endParaRPr lang="en-US"/>
        </a:p>
      </dgm:t>
    </dgm:pt>
    <dgm:pt modelId="{916EC069-C49C-4DDD-9F4D-3E6262CEDBDB}" type="parTrans" cxnId="{BE329FDA-9775-4463-9D62-8A679667155C}">
      <dgm:prSet/>
      <dgm:spPr/>
      <dgm:t>
        <a:bodyPr/>
        <a:lstStyle/>
        <a:p>
          <a:endParaRPr lang="en-US"/>
        </a:p>
      </dgm:t>
    </dgm:pt>
    <dgm:pt modelId="{C3CCA443-D38C-4CEB-9116-44001E8AA407}" type="sibTrans" cxnId="{BE329FDA-9775-4463-9D62-8A679667155C}">
      <dgm:prSet/>
      <dgm:spPr/>
      <dgm:t>
        <a:bodyPr/>
        <a:lstStyle/>
        <a:p>
          <a:endParaRPr lang="en-US"/>
        </a:p>
      </dgm:t>
    </dgm:pt>
    <dgm:pt modelId="{022E9210-C950-4317-924E-AD22846DCB90}" type="pres">
      <dgm:prSet presAssocID="{C645C456-4CE9-4D42-9578-3E3E075E5465}" presName="root" presStyleCnt="0">
        <dgm:presLayoutVars>
          <dgm:dir/>
          <dgm:resizeHandles val="exact"/>
        </dgm:presLayoutVars>
      </dgm:prSet>
      <dgm:spPr/>
    </dgm:pt>
    <dgm:pt modelId="{92F8AF15-67F8-4BF4-A93D-B1FD8815F3F3}" type="pres">
      <dgm:prSet presAssocID="{C73119D7-0E52-433A-9E30-BC5F74D28EAD}" presName="compNode" presStyleCnt="0"/>
      <dgm:spPr/>
    </dgm:pt>
    <dgm:pt modelId="{58CC374F-82B4-4722-AFED-758A179DF0B3}" type="pres">
      <dgm:prSet presAssocID="{C73119D7-0E52-433A-9E30-BC5F74D28EA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bweb"/>
        </a:ext>
      </dgm:extLst>
    </dgm:pt>
    <dgm:pt modelId="{E2CDEB0F-0A60-4335-8A77-DCD91FEFCBB4}" type="pres">
      <dgm:prSet presAssocID="{C73119D7-0E52-433A-9E30-BC5F74D28EAD}" presName="spaceRect" presStyleCnt="0"/>
      <dgm:spPr/>
    </dgm:pt>
    <dgm:pt modelId="{7E4AE2E1-E841-4F50-81B8-D4D3420DE439}" type="pres">
      <dgm:prSet presAssocID="{C73119D7-0E52-433A-9E30-BC5F74D28EAD}" presName="textRect" presStyleLbl="revTx" presStyleIdx="0" presStyleCnt="4">
        <dgm:presLayoutVars>
          <dgm:chMax val="1"/>
          <dgm:chPref val="1"/>
        </dgm:presLayoutVars>
      </dgm:prSet>
      <dgm:spPr/>
    </dgm:pt>
    <dgm:pt modelId="{88CDE33D-7B71-459A-96D1-D0003479CA86}" type="pres">
      <dgm:prSet presAssocID="{A2212631-3464-4FC7-AAB7-79575F17BA06}" presName="sibTrans" presStyleCnt="0"/>
      <dgm:spPr/>
    </dgm:pt>
    <dgm:pt modelId="{73478310-DEAA-4033-8667-D726FEBA2CC4}" type="pres">
      <dgm:prSet presAssocID="{D418BE44-E8FA-42FC-9CAB-C9FD559EE154}" presName="compNode" presStyleCnt="0"/>
      <dgm:spPr/>
    </dgm:pt>
    <dgm:pt modelId="{B4BC50FE-61C7-4998-99EB-2923C5E51528}" type="pres">
      <dgm:prSet presAssocID="{D418BE44-E8FA-42FC-9CAB-C9FD559EE15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0FE4BCE6-054A-4892-B26B-0E1609FC796C}" type="pres">
      <dgm:prSet presAssocID="{D418BE44-E8FA-42FC-9CAB-C9FD559EE154}" presName="spaceRect" presStyleCnt="0"/>
      <dgm:spPr/>
    </dgm:pt>
    <dgm:pt modelId="{8AD898D7-938E-49DA-8EAD-4F588DBD4DD5}" type="pres">
      <dgm:prSet presAssocID="{D418BE44-E8FA-42FC-9CAB-C9FD559EE154}" presName="textRect" presStyleLbl="revTx" presStyleIdx="1" presStyleCnt="4">
        <dgm:presLayoutVars>
          <dgm:chMax val="1"/>
          <dgm:chPref val="1"/>
        </dgm:presLayoutVars>
      </dgm:prSet>
      <dgm:spPr/>
    </dgm:pt>
    <dgm:pt modelId="{A5679419-BFF0-481F-8503-A128E9FB227E}" type="pres">
      <dgm:prSet presAssocID="{5C5BFF8B-585C-4DF0-8C94-231B5A5A96A3}" presName="sibTrans" presStyleCnt="0"/>
      <dgm:spPr/>
    </dgm:pt>
    <dgm:pt modelId="{3833D12B-54F1-478D-81B4-263D16A2961F}" type="pres">
      <dgm:prSet presAssocID="{11CEADB8-DB95-457A-9C65-A248C1064222}" presName="compNode" presStyleCnt="0"/>
      <dgm:spPr/>
    </dgm:pt>
    <dgm:pt modelId="{3C377E7C-905B-425E-BAC5-CF2748C8560F}" type="pres">
      <dgm:prSet presAssocID="{11CEADB8-DB95-457A-9C65-A248C106422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7BEF9B90-9971-4029-8E5C-CB1842687B8B}" type="pres">
      <dgm:prSet presAssocID="{11CEADB8-DB95-457A-9C65-A248C1064222}" presName="spaceRect" presStyleCnt="0"/>
      <dgm:spPr/>
    </dgm:pt>
    <dgm:pt modelId="{E9F31DFD-F737-4378-90C5-5F3634C833C5}" type="pres">
      <dgm:prSet presAssocID="{11CEADB8-DB95-457A-9C65-A248C1064222}" presName="textRect" presStyleLbl="revTx" presStyleIdx="2" presStyleCnt="4">
        <dgm:presLayoutVars>
          <dgm:chMax val="1"/>
          <dgm:chPref val="1"/>
        </dgm:presLayoutVars>
      </dgm:prSet>
      <dgm:spPr/>
    </dgm:pt>
    <dgm:pt modelId="{A863D023-9B13-4EC9-93A2-730789631F6F}" type="pres">
      <dgm:prSet presAssocID="{6F16D41E-2A1D-4532-93BB-43941E76350F}" presName="sibTrans" presStyleCnt="0"/>
      <dgm:spPr/>
    </dgm:pt>
    <dgm:pt modelId="{C66DB37A-DD2D-4C09-B892-CE40ED5ABF9E}" type="pres">
      <dgm:prSet presAssocID="{D5542E93-6244-4113-930F-CB69DA054427}" presName="compNode" presStyleCnt="0"/>
      <dgm:spPr/>
    </dgm:pt>
    <dgm:pt modelId="{38F5F065-A290-4357-9D2C-33BDA2FC9CD8}" type="pres">
      <dgm:prSet presAssocID="{D5542E93-6244-4113-930F-CB69DA05442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98984F1-214A-4F29-858D-AF3B929D8979}" type="pres">
      <dgm:prSet presAssocID="{D5542E93-6244-4113-930F-CB69DA054427}" presName="spaceRect" presStyleCnt="0"/>
      <dgm:spPr/>
    </dgm:pt>
    <dgm:pt modelId="{E65A4436-750E-49BE-9B31-86BE5ACBCB2C}" type="pres">
      <dgm:prSet presAssocID="{D5542E93-6244-4113-930F-CB69DA05442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B79A209-29B6-4DFF-A96F-6017CAC15212}" srcId="{C645C456-4CE9-4D42-9578-3E3E075E5465}" destId="{C73119D7-0E52-433A-9E30-BC5F74D28EAD}" srcOrd="0" destOrd="0" parTransId="{F61D18BC-940C-44E0-A2D3-07EC46DF6DD1}" sibTransId="{A2212631-3464-4FC7-AAB7-79575F17BA06}"/>
    <dgm:cxn modelId="{0246B317-2368-47D7-86AB-ED92F065511F}" type="presOf" srcId="{D418BE44-E8FA-42FC-9CAB-C9FD559EE154}" destId="{8AD898D7-938E-49DA-8EAD-4F588DBD4DD5}" srcOrd="0" destOrd="0" presId="urn:microsoft.com/office/officeart/2018/2/layout/IconLabelList"/>
    <dgm:cxn modelId="{4850116E-74C5-4C64-96CB-807801ECEC23}" type="presOf" srcId="{C645C456-4CE9-4D42-9578-3E3E075E5465}" destId="{022E9210-C950-4317-924E-AD22846DCB90}" srcOrd="0" destOrd="0" presId="urn:microsoft.com/office/officeart/2018/2/layout/IconLabelList"/>
    <dgm:cxn modelId="{4C311753-BCD3-4E91-AF4B-232E0E18BD2D}" srcId="{C645C456-4CE9-4D42-9578-3E3E075E5465}" destId="{D418BE44-E8FA-42FC-9CAB-C9FD559EE154}" srcOrd="1" destOrd="0" parTransId="{88D4570F-19F0-4BB0-B3E1-3C1CB27A658B}" sibTransId="{5C5BFF8B-585C-4DF0-8C94-231B5A5A96A3}"/>
    <dgm:cxn modelId="{1802CBA3-4E69-4050-BF7D-8C5D6428593E}" srcId="{C645C456-4CE9-4D42-9578-3E3E075E5465}" destId="{11CEADB8-DB95-457A-9C65-A248C1064222}" srcOrd="2" destOrd="0" parTransId="{C0B06B49-0410-489C-8BAD-C3F1B9C338CE}" sibTransId="{6F16D41E-2A1D-4532-93BB-43941E76350F}"/>
    <dgm:cxn modelId="{87C641AF-CC88-4A93-87D3-70C7B7E4FF12}" type="presOf" srcId="{11CEADB8-DB95-457A-9C65-A248C1064222}" destId="{E9F31DFD-F737-4378-90C5-5F3634C833C5}" srcOrd="0" destOrd="0" presId="urn:microsoft.com/office/officeart/2018/2/layout/IconLabelList"/>
    <dgm:cxn modelId="{9A7D63BA-035A-4B13-9676-2DE37D33563B}" type="presOf" srcId="{D5542E93-6244-4113-930F-CB69DA054427}" destId="{E65A4436-750E-49BE-9B31-86BE5ACBCB2C}" srcOrd="0" destOrd="0" presId="urn:microsoft.com/office/officeart/2018/2/layout/IconLabelList"/>
    <dgm:cxn modelId="{BE329FDA-9775-4463-9D62-8A679667155C}" srcId="{C645C456-4CE9-4D42-9578-3E3E075E5465}" destId="{D5542E93-6244-4113-930F-CB69DA054427}" srcOrd="3" destOrd="0" parTransId="{916EC069-C49C-4DDD-9F4D-3E6262CEDBDB}" sibTransId="{C3CCA443-D38C-4CEB-9116-44001E8AA407}"/>
    <dgm:cxn modelId="{D8E3BAFB-443F-4ED2-81D0-D1EA1D332FF5}" type="presOf" srcId="{C73119D7-0E52-433A-9E30-BC5F74D28EAD}" destId="{7E4AE2E1-E841-4F50-81B8-D4D3420DE439}" srcOrd="0" destOrd="0" presId="urn:microsoft.com/office/officeart/2018/2/layout/IconLabelList"/>
    <dgm:cxn modelId="{92C731CB-F044-4585-B850-D6684BD12170}" type="presParOf" srcId="{022E9210-C950-4317-924E-AD22846DCB90}" destId="{92F8AF15-67F8-4BF4-A93D-B1FD8815F3F3}" srcOrd="0" destOrd="0" presId="urn:microsoft.com/office/officeart/2018/2/layout/IconLabelList"/>
    <dgm:cxn modelId="{C38D2C0D-B6EB-4D47-A51A-CFCF19B87452}" type="presParOf" srcId="{92F8AF15-67F8-4BF4-A93D-B1FD8815F3F3}" destId="{58CC374F-82B4-4722-AFED-758A179DF0B3}" srcOrd="0" destOrd="0" presId="urn:microsoft.com/office/officeart/2018/2/layout/IconLabelList"/>
    <dgm:cxn modelId="{F8D5D8E6-19E9-4A45-802E-398EB3A341B8}" type="presParOf" srcId="{92F8AF15-67F8-4BF4-A93D-B1FD8815F3F3}" destId="{E2CDEB0F-0A60-4335-8A77-DCD91FEFCBB4}" srcOrd="1" destOrd="0" presId="urn:microsoft.com/office/officeart/2018/2/layout/IconLabelList"/>
    <dgm:cxn modelId="{53E5405A-E8B5-40ED-8E3D-CDE915ADB9EC}" type="presParOf" srcId="{92F8AF15-67F8-4BF4-A93D-B1FD8815F3F3}" destId="{7E4AE2E1-E841-4F50-81B8-D4D3420DE439}" srcOrd="2" destOrd="0" presId="urn:microsoft.com/office/officeart/2018/2/layout/IconLabelList"/>
    <dgm:cxn modelId="{6334BB12-D699-411E-B986-310E6EBFC09B}" type="presParOf" srcId="{022E9210-C950-4317-924E-AD22846DCB90}" destId="{88CDE33D-7B71-459A-96D1-D0003479CA86}" srcOrd="1" destOrd="0" presId="urn:microsoft.com/office/officeart/2018/2/layout/IconLabelList"/>
    <dgm:cxn modelId="{FC2F03E3-32DF-48FF-95E1-27B70DC177AB}" type="presParOf" srcId="{022E9210-C950-4317-924E-AD22846DCB90}" destId="{73478310-DEAA-4033-8667-D726FEBA2CC4}" srcOrd="2" destOrd="0" presId="urn:microsoft.com/office/officeart/2018/2/layout/IconLabelList"/>
    <dgm:cxn modelId="{AE87F370-9F02-4003-8F11-047C58BB531C}" type="presParOf" srcId="{73478310-DEAA-4033-8667-D726FEBA2CC4}" destId="{B4BC50FE-61C7-4998-99EB-2923C5E51528}" srcOrd="0" destOrd="0" presId="urn:microsoft.com/office/officeart/2018/2/layout/IconLabelList"/>
    <dgm:cxn modelId="{E477494D-9DB5-4253-BE7D-A017AB617128}" type="presParOf" srcId="{73478310-DEAA-4033-8667-D726FEBA2CC4}" destId="{0FE4BCE6-054A-4892-B26B-0E1609FC796C}" srcOrd="1" destOrd="0" presId="urn:microsoft.com/office/officeart/2018/2/layout/IconLabelList"/>
    <dgm:cxn modelId="{1E9B34E3-A759-46FA-8FEF-D76724C8ADF7}" type="presParOf" srcId="{73478310-DEAA-4033-8667-D726FEBA2CC4}" destId="{8AD898D7-938E-49DA-8EAD-4F588DBD4DD5}" srcOrd="2" destOrd="0" presId="urn:microsoft.com/office/officeart/2018/2/layout/IconLabelList"/>
    <dgm:cxn modelId="{AF911C23-C77D-4E57-982C-E2CFDD96DEE6}" type="presParOf" srcId="{022E9210-C950-4317-924E-AD22846DCB90}" destId="{A5679419-BFF0-481F-8503-A128E9FB227E}" srcOrd="3" destOrd="0" presId="urn:microsoft.com/office/officeart/2018/2/layout/IconLabelList"/>
    <dgm:cxn modelId="{27C65FE6-C7C9-4558-9566-8B0E43F6468A}" type="presParOf" srcId="{022E9210-C950-4317-924E-AD22846DCB90}" destId="{3833D12B-54F1-478D-81B4-263D16A2961F}" srcOrd="4" destOrd="0" presId="urn:microsoft.com/office/officeart/2018/2/layout/IconLabelList"/>
    <dgm:cxn modelId="{6018592C-88F7-4FC7-80BF-8DF670DCF148}" type="presParOf" srcId="{3833D12B-54F1-478D-81B4-263D16A2961F}" destId="{3C377E7C-905B-425E-BAC5-CF2748C8560F}" srcOrd="0" destOrd="0" presId="urn:microsoft.com/office/officeart/2018/2/layout/IconLabelList"/>
    <dgm:cxn modelId="{37E21421-066C-4A55-A248-109648F2091B}" type="presParOf" srcId="{3833D12B-54F1-478D-81B4-263D16A2961F}" destId="{7BEF9B90-9971-4029-8E5C-CB1842687B8B}" srcOrd="1" destOrd="0" presId="urn:microsoft.com/office/officeart/2018/2/layout/IconLabelList"/>
    <dgm:cxn modelId="{F33FDC5F-BD03-4039-ADB1-F8615386CEC8}" type="presParOf" srcId="{3833D12B-54F1-478D-81B4-263D16A2961F}" destId="{E9F31DFD-F737-4378-90C5-5F3634C833C5}" srcOrd="2" destOrd="0" presId="urn:microsoft.com/office/officeart/2018/2/layout/IconLabelList"/>
    <dgm:cxn modelId="{AE029CCE-B28A-41C5-96A3-337E9F786B8C}" type="presParOf" srcId="{022E9210-C950-4317-924E-AD22846DCB90}" destId="{A863D023-9B13-4EC9-93A2-730789631F6F}" srcOrd="5" destOrd="0" presId="urn:microsoft.com/office/officeart/2018/2/layout/IconLabelList"/>
    <dgm:cxn modelId="{51EDBFEB-75DD-4B41-9C7D-8AD3C7E71A67}" type="presParOf" srcId="{022E9210-C950-4317-924E-AD22846DCB90}" destId="{C66DB37A-DD2D-4C09-B892-CE40ED5ABF9E}" srcOrd="6" destOrd="0" presId="urn:microsoft.com/office/officeart/2018/2/layout/IconLabelList"/>
    <dgm:cxn modelId="{DF183BE3-4FBD-4647-84A7-C03CA96CB6E4}" type="presParOf" srcId="{C66DB37A-DD2D-4C09-B892-CE40ED5ABF9E}" destId="{38F5F065-A290-4357-9D2C-33BDA2FC9CD8}" srcOrd="0" destOrd="0" presId="urn:microsoft.com/office/officeart/2018/2/layout/IconLabelList"/>
    <dgm:cxn modelId="{D9422F62-A7B4-43BC-A824-EC97D22F0371}" type="presParOf" srcId="{C66DB37A-DD2D-4C09-B892-CE40ED5ABF9E}" destId="{498984F1-214A-4F29-858D-AF3B929D8979}" srcOrd="1" destOrd="0" presId="urn:microsoft.com/office/officeart/2018/2/layout/IconLabelList"/>
    <dgm:cxn modelId="{CE2399B5-0FD2-45C1-9ABF-EF590B742F86}" type="presParOf" srcId="{C66DB37A-DD2D-4C09-B892-CE40ED5ABF9E}" destId="{E65A4436-750E-49BE-9B31-86BE5ACBCB2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333A6D3-F3A8-4391-BF3B-12F6A8BD864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F10FC82-D7FB-455D-BD9F-E70E8136DEB5}">
      <dgm:prSet/>
      <dgm:spPr/>
      <dgm:t>
        <a:bodyPr/>
        <a:lstStyle/>
        <a:p>
          <a:r>
            <a:rPr lang="en-US"/>
            <a:t>Large-scale e-commerce scraping (thousands of product listings).</a:t>
          </a:r>
        </a:p>
      </dgm:t>
    </dgm:pt>
    <dgm:pt modelId="{8B218791-056A-4298-9CA9-E4A0463B2A92}" type="parTrans" cxnId="{EDC33766-D51B-4812-A963-61A74BE156C2}">
      <dgm:prSet/>
      <dgm:spPr/>
      <dgm:t>
        <a:bodyPr/>
        <a:lstStyle/>
        <a:p>
          <a:endParaRPr lang="en-US"/>
        </a:p>
      </dgm:t>
    </dgm:pt>
    <dgm:pt modelId="{6FEF0E0C-5799-49C5-A4B8-912FD43CD497}" type="sibTrans" cxnId="{EDC33766-D51B-4812-A963-61A74BE156C2}">
      <dgm:prSet/>
      <dgm:spPr/>
      <dgm:t>
        <a:bodyPr/>
        <a:lstStyle/>
        <a:p>
          <a:endParaRPr lang="en-US"/>
        </a:p>
      </dgm:t>
    </dgm:pt>
    <dgm:pt modelId="{3586DDF9-10B3-49E8-93AC-76BB72BBFC4E}">
      <dgm:prSet/>
      <dgm:spPr/>
      <dgm:t>
        <a:bodyPr/>
        <a:lstStyle/>
        <a:p>
          <a:r>
            <a:rPr lang="en-US" dirty="0"/>
            <a:t>Scraping multiple websites efficiently.</a:t>
          </a:r>
        </a:p>
      </dgm:t>
    </dgm:pt>
    <dgm:pt modelId="{2925580B-474A-4BF1-B1DB-A05B09985396}" type="parTrans" cxnId="{3E75382B-9704-4C24-BD88-1E10B9E9675E}">
      <dgm:prSet/>
      <dgm:spPr/>
      <dgm:t>
        <a:bodyPr/>
        <a:lstStyle/>
        <a:p>
          <a:endParaRPr lang="en-US"/>
        </a:p>
      </dgm:t>
    </dgm:pt>
    <dgm:pt modelId="{DF35C087-CD86-4FBB-A653-93DC14C518C5}" type="sibTrans" cxnId="{3E75382B-9704-4C24-BD88-1E10B9E9675E}">
      <dgm:prSet/>
      <dgm:spPr/>
      <dgm:t>
        <a:bodyPr/>
        <a:lstStyle/>
        <a:p>
          <a:endParaRPr lang="en-US"/>
        </a:p>
      </dgm:t>
    </dgm:pt>
    <dgm:pt modelId="{7D975B8B-36A6-4468-8190-00A2EAD7EEAF}">
      <dgm:prSet/>
      <dgm:spPr/>
      <dgm:t>
        <a:bodyPr/>
        <a:lstStyle/>
        <a:p>
          <a:r>
            <a:rPr lang="en-US"/>
            <a:t>Automated web crawlers that follow links.</a:t>
          </a:r>
        </a:p>
      </dgm:t>
    </dgm:pt>
    <dgm:pt modelId="{26028ECA-153F-4F6D-81C2-FBFF5FFAA525}" type="parTrans" cxnId="{8E38B4F8-9111-4D3F-AAA5-938350689D3D}">
      <dgm:prSet/>
      <dgm:spPr/>
      <dgm:t>
        <a:bodyPr/>
        <a:lstStyle/>
        <a:p>
          <a:endParaRPr lang="en-US"/>
        </a:p>
      </dgm:t>
    </dgm:pt>
    <dgm:pt modelId="{D7106768-860A-4571-ABF9-5CAAE0EECA00}" type="sibTrans" cxnId="{8E38B4F8-9111-4D3F-AAA5-938350689D3D}">
      <dgm:prSet/>
      <dgm:spPr/>
      <dgm:t>
        <a:bodyPr/>
        <a:lstStyle/>
        <a:p>
          <a:endParaRPr lang="en-US"/>
        </a:p>
      </dgm:t>
    </dgm:pt>
    <dgm:pt modelId="{D98069F9-EB8E-449D-B493-0A62AC46B5E2}">
      <dgm:prSet/>
      <dgm:spPr/>
      <dgm:t>
        <a:bodyPr/>
        <a:lstStyle/>
        <a:p>
          <a:r>
            <a:rPr lang="en-US"/>
            <a:t>Scheduled scraping (daily, weekly updates).</a:t>
          </a:r>
        </a:p>
      </dgm:t>
    </dgm:pt>
    <dgm:pt modelId="{E8B267A0-7E89-4E7A-8223-1E35B58B0EE6}" type="parTrans" cxnId="{55A4A10C-E57F-4A1E-B397-4CB52C14736C}">
      <dgm:prSet/>
      <dgm:spPr/>
      <dgm:t>
        <a:bodyPr/>
        <a:lstStyle/>
        <a:p>
          <a:endParaRPr lang="en-US"/>
        </a:p>
      </dgm:t>
    </dgm:pt>
    <dgm:pt modelId="{2E2BAFDD-8A6C-4E97-A9A4-2E2146B45E74}" type="sibTrans" cxnId="{55A4A10C-E57F-4A1E-B397-4CB52C14736C}">
      <dgm:prSet/>
      <dgm:spPr/>
      <dgm:t>
        <a:bodyPr/>
        <a:lstStyle/>
        <a:p>
          <a:endParaRPr lang="en-US"/>
        </a:p>
      </dgm:t>
    </dgm:pt>
    <dgm:pt modelId="{BAB7F30D-30ED-4B7B-AE2B-836BCE6C206C}" type="pres">
      <dgm:prSet presAssocID="{F333A6D3-F3A8-4391-BF3B-12F6A8BD8642}" presName="linear" presStyleCnt="0">
        <dgm:presLayoutVars>
          <dgm:animLvl val="lvl"/>
          <dgm:resizeHandles val="exact"/>
        </dgm:presLayoutVars>
      </dgm:prSet>
      <dgm:spPr/>
    </dgm:pt>
    <dgm:pt modelId="{56BDC000-B3F0-4228-A5FE-AD88A5747F88}" type="pres">
      <dgm:prSet presAssocID="{2F10FC82-D7FB-455D-BD9F-E70E8136DEB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5F55D01-9DAE-4C86-8771-43F8942D5180}" type="pres">
      <dgm:prSet presAssocID="{6FEF0E0C-5799-49C5-A4B8-912FD43CD497}" presName="spacer" presStyleCnt="0"/>
      <dgm:spPr/>
    </dgm:pt>
    <dgm:pt modelId="{FEDA7F1B-1848-4A13-9E1D-5A1105113ACF}" type="pres">
      <dgm:prSet presAssocID="{3586DDF9-10B3-49E8-93AC-76BB72BBFC4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681C2AF-DDFF-45D7-B8D0-994208BB4734}" type="pres">
      <dgm:prSet presAssocID="{DF35C087-CD86-4FBB-A653-93DC14C518C5}" presName="spacer" presStyleCnt="0"/>
      <dgm:spPr/>
    </dgm:pt>
    <dgm:pt modelId="{D6EC3869-F85D-43F3-9594-85898E40819E}" type="pres">
      <dgm:prSet presAssocID="{7D975B8B-36A6-4468-8190-00A2EAD7EEA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AD2407B-FDD0-4785-81E4-72EB616F32AE}" type="pres">
      <dgm:prSet presAssocID="{D7106768-860A-4571-ABF9-5CAAE0EECA00}" presName="spacer" presStyleCnt="0"/>
      <dgm:spPr/>
    </dgm:pt>
    <dgm:pt modelId="{CD30D515-8613-4369-BA95-9923B3B8A740}" type="pres">
      <dgm:prSet presAssocID="{D98069F9-EB8E-449D-B493-0A62AC46B5E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5A4A10C-E57F-4A1E-B397-4CB52C14736C}" srcId="{F333A6D3-F3A8-4391-BF3B-12F6A8BD8642}" destId="{D98069F9-EB8E-449D-B493-0A62AC46B5E2}" srcOrd="3" destOrd="0" parTransId="{E8B267A0-7E89-4E7A-8223-1E35B58B0EE6}" sibTransId="{2E2BAFDD-8A6C-4E97-A9A4-2E2146B45E74}"/>
    <dgm:cxn modelId="{45D3AB23-827B-4F9D-9F49-53B791A44CF1}" type="presOf" srcId="{2F10FC82-D7FB-455D-BD9F-E70E8136DEB5}" destId="{56BDC000-B3F0-4228-A5FE-AD88A5747F88}" srcOrd="0" destOrd="0" presId="urn:microsoft.com/office/officeart/2005/8/layout/vList2"/>
    <dgm:cxn modelId="{3E75382B-9704-4C24-BD88-1E10B9E9675E}" srcId="{F333A6D3-F3A8-4391-BF3B-12F6A8BD8642}" destId="{3586DDF9-10B3-49E8-93AC-76BB72BBFC4E}" srcOrd="1" destOrd="0" parTransId="{2925580B-474A-4BF1-B1DB-A05B09985396}" sibTransId="{DF35C087-CD86-4FBB-A653-93DC14C518C5}"/>
    <dgm:cxn modelId="{6240382F-8BFE-4C0A-904C-A3503049333E}" type="presOf" srcId="{7D975B8B-36A6-4468-8190-00A2EAD7EEAF}" destId="{D6EC3869-F85D-43F3-9594-85898E40819E}" srcOrd="0" destOrd="0" presId="urn:microsoft.com/office/officeart/2005/8/layout/vList2"/>
    <dgm:cxn modelId="{505D3E34-DD05-4ACC-BF5D-7A3602B592B5}" type="presOf" srcId="{3586DDF9-10B3-49E8-93AC-76BB72BBFC4E}" destId="{FEDA7F1B-1848-4A13-9E1D-5A1105113ACF}" srcOrd="0" destOrd="0" presId="urn:microsoft.com/office/officeart/2005/8/layout/vList2"/>
    <dgm:cxn modelId="{EDC33766-D51B-4812-A963-61A74BE156C2}" srcId="{F333A6D3-F3A8-4391-BF3B-12F6A8BD8642}" destId="{2F10FC82-D7FB-455D-BD9F-E70E8136DEB5}" srcOrd="0" destOrd="0" parTransId="{8B218791-056A-4298-9CA9-E4A0463B2A92}" sibTransId="{6FEF0E0C-5799-49C5-A4B8-912FD43CD497}"/>
    <dgm:cxn modelId="{E1C15655-3A5D-4323-936D-33B8BCA62AFB}" type="presOf" srcId="{D98069F9-EB8E-449D-B493-0A62AC46B5E2}" destId="{CD30D515-8613-4369-BA95-9923B3B8A740}" srcOrd="0" destOrd="0" presId="urn:microsoft.com/office/officeart/2005/8/layout/vList2"/>
    <dgm:cxn modelId="{3B484DD9-BB5B-474C-8120-95D980534471}" type="presOf" srcId="{F333A6D3-F3A8-4391-BF3B-12F6A8BD8642}" destId="{BAB7F30D-30ED-4B7B-AE2B-836BCE6C206C}" srcOrd="0" destOrd="0" presId="urn:microsoft.com/office/officeart/2005/8/layout/vList2"/>
    <dgm:cxn modelId="{8E38B4F8-9111-4D3F-AAA5-938350689D3D}" srcId="{F333A6D3-F3A8-4391-BF3B-12F6A8BD8642}" destId="{7D975B8B-36A6-4468-8190-00A2EAD7EEAF}" srcOrd="2" destOrd="0" parTransId="{26028ECA-153F-4F6D-81C2-FBFF5FFAA525}" sibTransId="{D7106768-860A-4571-ABF9-5CAAE0EECA00}"/>
    <dgm:cxn modelId="{7C927477-335A-473C-BDA1-5531815DC0A3}" type="presParOf" srcId="{BAB7F30D-30ED-4B7B-AE2B-836BCE6C206C}" destId="{56BDC000-B3F0-4228-A5FE-AD88A5747F88}" srcOrd="0" destOrd="0" presId="urn:microsoft.com/office/officeart/2005/8/layout/vList2"/>
    <dgm:cxn modelId="{15AAF484-3134-4C4B-8C81-0359FEBA5E14}" type="presParOf" srcId="{BAB7F30D-30ED-4B7B-AE2B-836BCE6C206C}" destId="{75F55D01-9DAE-4C86-8771-43F8942D5180}" srcOrd="1" destOrd="0" presId="urn:microsoft.com/office/officeart/2005/8/layout/vList2"/>
    <dgm:cxn modelId="{ACBF17E7-1565-4017-8A71-85B0C7FC9535}" type="presParOf" srcId="{BAB7F30D-30ED-4B7B-AE2B-836BCE6C206C}" destId="{FEDA7F1B-1848-4A13-9E1D-5A1105113ACF}" srcOrd="2" destOrd="0" presId="urn:microsoft.com/office/officeart/2005/8/layout/vList2"/>
    <dgm:cxn modelId="{06299759-1161-4F22-BE54-1C0F2182D96E}" type="presParOf" srcId="{BAB7F30D-30ED-4B7B-AE2B-836BCE6C206C}" destId="{5681C2AF-DDFF-45D7-B8D0-994208BB4734}" srcOrd="3" destOrd="0" presId="urn:microsoft.com/office/officeart/2005/8/layout/vList2"/>
    <dgm:cxn modelId="{AC7E72CD-746B-4D13-9F38-F29DAE65C163}" type="presParOf" srcId="{BAB7F30D-30ED-4B7B-AE2B-836BCE6C206C}" destId="{D6EC3869-F85D-43F3-9594-85898E40819E}" srcOrd="4" destOrd="0" presId="urn:microsoft.com/office/officeart/2005/8/layout/vList2"/>
    <dgm:cxn modelId="{87E2D3F2-3085-4150-AD3E-AFBA25AECE01}" type="presParOf" srcId="{BAB7F30D-30ED-4B7B-AE2B-836BCE6C206C}" destId="{BAD2407B-FDD0-4785-81E4-72EB616F32AE}" srcOrd="5" destOrd="0" presId="urn:microsoft.com/office/officeart/2005/8/layout/vList2"/>
    <dgm:cxn modelId="{918E4145-23C6-4BCF-8508-8FBBA139925B}" type="presParOf" srcId="{BAB7F30D-30ED-4B7B-AE2B-836BCE6C206C}" destId="{CD30D515-8613-4369-BA95-9923B3B8A74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E49E9C1-5F98-4490-82E2-C71D04F16A3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FDC576B8-782D-4E95-8F66-EFD8A1AACEF8}">
      <dgm:prSet/>
      <dgm:spPr/>
      <dgm:t>
        <a:bodyPr/>
        <a:lstStyle/>
        <a:p>
          <a:pPr>
            <a:defRPr cap="all"/>
          </a:pPr>
          <a:r>
            <a:rPr lang="en-IN"/>
            <a:t>Use Proxies &amp; Rotate User Agents – Avoid getting blocked.</a:t>
          </a:r>
          <a:endParaRPr lang="en-US"/>
        </a:p>
      </dgm:t>
    </dgm:pt>
    <dgm:pt modelId="{D14FF252-56AD-4CAD-8AD2-03472728482F}" type="parTrans" cxnId="{0F7936EE-C91C-450B-9DEF-5594F12B62F5}">
      <dgm:prSet/>
      <dgm:spPr/>
      <dgm:t>
        <a:bodyPr/>
        <a:lstStyle/>
        <a:p>
          <a:endParaRPr lang="en-US"/>
        </a:p>
      </dgm:t>
    </dgm:pt>
    <dgm:pt modelId="{D2746B76-3C55-4CD7-BC2E-067FFC5BAE69}" type="sibTrans" cxnId="{0F7936EE-C91C-450B-9DEF-5594F12B62F5}">
      <dgm:prSet/>
      <dgm:spPr/>
      <dgm:t>
        <a:bodyPr/>
        <a:lstStyle/>
        <a:p>
          <a:endParaRPr lang="en-US"/>
        </a:p>
      </dgm:t>
    </dgm:pt>
    <dgm:pt modelId="{90930401-7380-4433-8701-CB2F71DC04B6}">
      <dgm:prSet/>
      <dgm:spPr/>
      <dgm:t>
        <a:bodyPr/>
        <a:lstStyle/>
        <a:p>
          <a:pPr>
            <a:defRPr cap="all"/>
          </a:pPr>
          <a:r>
            <a:rPr lang="en-IN"/>
            <a:t>Follow Robots.txt – Respect website policies.</a:t>
          </a:r>
          <a:endParaRPr lang="en-US"/>
        </a:p>
      </dgm:t>
    </dgm:pt>
    <dgm:pt modelId="{3ABB2C0E-139D-474A-8BC1-7751204ED780}" type="parTrans" cxnId="{CA0F9687-D2ED-4549-B744-88C3FAABCCD6}">
      <dgm:prSet/>
      <dgm:spPr/>
      <dgm:t>
        <a:bodyPr/>
        <a:lstStyle/>
        <a:p>
          <a:endParaRPr lang="en-US"/>
        </a:p>
      </dgm:t>
    </dgm:pt>
    <dgm:pt modelId="{ABD13382-C9D1-4691-A29A-528736764C35}" type="sibTrans" cxnId="{CA0F9687-D2ED-4549-B744-88C3FAABCCD6}">
      <dgm:prSet/>
      <dgm:spPr/>
      <dgm:t>
        <a:bodyPr/>
        <a:lstStyle/>
        <a:p>
          <a:endParaRPr lang="en-US"/>
        </a:p>
      </dgm:t>
    </dgm:pt>
    <dgm:pt modelId="{AFF6086A-C69C-47B7-A02B-4CCADEC7608C}">
      <dgm:prSet/>
      <dgm:spPr/>
      <dgm:t>
        <a:bodyPr/>
        <a:lstStyle/>
        <a:p>
          <a:pPr>
            <a:defRPr cap="all"/>
          </a:pPr>
          <a:r>
            <a:rPr lang="en-IN"/>
            <a:t>Store Data in JSON/CSV/Databases – Keep your scraped data structured.</a:t>
          </a:r>
          <a:endParaRPr lang="en-US"/>
        </a:p>
      </dgm:t>
    </dgm:pt>
    <dgm:pt modelId="{EC223D1C-EB86-491D-A57A-428012AE3318}" type="parTrans" cxnId="{5DC7E617-E390-4072-95C3-3DCF7C4F6DEF}">
      <dgm:prSet/>
      <dgm:spPr/>
      <dgm:t>
        <a:bodyPr/>
        <a:lstStyle/>
        <a:p>
          <a:endParaRPr lang="en-US"/>
        </a:p>
      </dgm:t>
    </dgm:pt>
    <dgm:pt modelId="{71B1160C-AD38-4460-B596-4EF1BD93DC0D}" type="sibTrans" cxnId="{5DC7E617-E390-4072-95C3-3DCF7C4F6DEF}">
      <dgm:prSet/>
      <dgm:spPr/>
      <dgm:t>
        <a:bodyPr/>
        <a:lstStyle/>
        <a:p>
          <a:endParaRPr lang="en-US"/>
        </a:p>
      </dgm:t>
    </dgm:pt>
    <dgm:pt modelId="{EA8728D7-CFF6-4E2A-ADB2-698E44889085}">
      <dgm:prSet/>
      <dgm:spPr/>
      <dgm:t>
        <a:bodyPr/>
        <a:lstStyle/>
        <a:p>
          <a:pPr>
            <a:defRPr cap="all"/>
          </a:pPr>
          <a:r>
            <a:rPr lang="en-IN"/>
            <a:t>Use Asynchronous Requests – Speeds up Scrapy performance.</a:t>
          </a:r>
          <a:endParaRPr lang="en-US"/>
        </a:p>
      </dgm:t>
    </dgm:pt>
    <dgm:pt modelId="{4569B504-E6B1-4619-98A2-FD39DBA66C74}" type="parTrans" cxnId="{C9BF3B31-0D13-4A53-ACC2-45BA1FBD1162}">
      <dgm:prSet/>
      <dgm:spPr/>
      <dgm:t>
        <a:bodyPr/>
        <a:lstStyle/>
        <a:p>
          <a:endParaRPr lang="en-US"/>
        </a:p>
      </dgm:t>
    </dgm:pt>
    <dgm:pt modelId="{B2DD7353-BEF5-4E59-A9FA-160177835476}" type="sibTrans" cxnId="{C9BF3B31-0D13-4A53-ACC2-45BA1FBD1162}">
      <dgm:prSet/>
      <dgm:spPr/>
      <dgm:t>
        <a:bodyPr/>
        <a:lstStyle/>
        <a:p>
          <a:endParaRPr lang="en-US"/>
        </a:p>
      </dgm:t>
    </dgm:pt>
    <dgm:pt modelId="{E4EE0F79-B57A-4CE9-A8A3-37E848FB2CCE}">
      <dgm:prSet/>
      <dgm:spPr/>
      <dgm:t>
        <a:bodyPr/>
        <a:lstStyle/>
        <a:p>
          <a:pPr>
            <a:defRPr cap="all"/>
          </a:pPr>
          <a:r>
            <a:rPr lang="en-IN"/>
            <a:t>Schedule Scrapers – Automate daily/weekly extractions.</a:t>
          </a:r>
          <a:endParaRPr lang="en-US"/>
        </a:p>
      </dgm:t>
    </dgm:pt>
    <dgm:pt modelId="{67BA51D5-F82D-4E9F-8958-4119732CC11A}" type="parTrans" cxnId="{081F1AB6-9C11-4096-8516-885BA553D3A2}">
      <dgm:prSet/>
      <dgm:spPr/>
      <dgm:t>
        <a:bodyPr/>
        <a:lstStyle/>
        <a:p>
          <a:endParaRPr lang="en-US"/>
        </a:p>
      </dgm:t>
    </dgm:pt>
    <dgm:pt modelId="{12C77EAC-C754-4119-980A-871C3EA96CDB}" type="sibTrans" cxnId="{081F1AB6-9C11-4096-8516-885BA553D3A2}">
      <dgm:prSet/>
      <dgm:spPr/>
      <dgm:t>
        <a:bodyPr/>
        <a:lstStyle/>
        <a:p>
          <a:endParaRPr lang="en-US"/>
        </a:p>
      </dgm:t>
    </dgm:pt>
    <dgm:pt modelId="{304D1B87-5662-4563-8099-70182193DB3B}" type="pres">
      <dgm:prSet presAssocID="{8E49E9C1-5F98-4490-82E2-C71D04F16A32}" presName="root" presStyleCnt="0">
        <dgm:presLayoutVars>
          <dgm:dir/>
          <dgm:resizeHandles val="exact"/>
        </dgm:presLayoutVars>
      </dgm:prSet>
      <dgm:spPr/>
    </dgm:pt>
    <dgm:pt modelId="{8848B91E-E4F1-4109-BCED-9F4376EEF53D}" type="pres">
      <dgm:prSet presAssocID="{FDC576B8-782D-4E95-8F66-EFD8A1AACEF8}" presName="compNode" presStyleCnt="0"/>
      <dgm:spPr/>
    </dgm:pt>
    <dgm:pt modelId="{94CA4D3F-C50D-4F8A-8275-8E053F2427F3}" type="pres">
      <dgm:prSet presAssocID="{FDC576B8-782D-4E95-8F66-EFD8A1AACEF8}" presName="iconBgRect" presStyleLbl="bgShp" presStyleIdx="0" presStyleCnt="5"/>
      <dgm:spPr/>
    </dgm:pt>
    <dgm:pt modelId="{FA152202-1569-4725-B4ED-6B609A78A0BE}" type="pres">
      <dgm:prSet presAssocID="{FDC576B8-782D-4E95-8F66-EFD8A1AACEF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33A0C4B0-3839-44C9-82A3-0F4E1E495246}" type="pres">
      <dgm:prSet presAssocID="{FDC576B8-782D-4E95-8F66-EFD8A1AACEF8}" presName="spaceRect" presStyleCnt="0"/>
      <dgm:spPr/>
    </dgm:pt>
    <dgm:pt modelId="{75FADCD0-031B-4D9A-B6CE-57A0F82B1425}" type="pres">
      <dgm:prSet presAssocID="{FDC576B8-782D-4E95-8F66-EFD8A1AACEF8}" presName="textRect" presStyleLbl="revTx" presStyleIdx="0" presStyleCnt="5">
        <dgm:presLayoutVars>
          <dgm:chMax val="1"/>
          <dgm:chPref val="1"/>
        </dgm:presLayoutVars>
      </dgm:prSet>
      <dgm:spPr/>
    </dgm:pt>
    <dgm:pt modelId="{6E4017BA-35EC-4B69-8093-2AED0D0DB260}" type="pres">
      <dgm:prSet presAssocID="{D2746B76-3C55-4CD7-BC2E-067FFC5BAE69}" presName="sibTrans" presStyleCnt="0"/>
      <dgm:spPr/>
    </dgm:pt>
    <dgm:pt modelId="{986C2653-7EA1-4F0C-8955-FBF72E8AFB3E}" type="pres">
      <dgm:prSet presAssocID="{90930401-7380-4433-8701-CB2F71DC04B6}" presName="compNode" presStyleCnt="0"/>
      <dgm:spPr/>
    </dgm:pt>
    <dgm:pt modelId="{7305BF54-1972-496A-B1A8-99C455E0B2AA}" type="pres">
      <dgm:prSet presAssocID="{90930401-7380-4433-8701-CB2F71DC04B6}" presName="iconBgRect" presStyleLbl="bgShp" presStyleIdx="1" presStyleCnt="5"/>
      <dgm:spPr/>
    </dgm:pt>
    <dgm:pt modelId="{7D76E120-A2FD-47C0-862D-8AAFD958A25D}" type="pres">
      <dgm:prSet presAssocID="{90930401-7380-4433-8701-CB2F71DC04B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F4BC9B8C-06B5-45AD-BD18-AAE5AC094BC2}" type="pres">
      <dgm:prSet presAssocID="{90930401-7380-4433-8701-CB2F71DC04B6}" presName="spaceRect" presStyleCnt="0"/>
      <dgm:spPr/>
    </dgm:pt>
    <dgm:pt modelId="{E428E415-668A-4518-9D84-10EDC55B829E}" type="pres">
      <dgm:prSet presAssocID="{90930401-7380-4433-8701-CB2F71DC04B6}" presName="textRect" presStyleLbl="revTx" presStyleIdx="1" presStyleCnt="5">
        <dgm:presLayoutVars>
          <dgm:chMax val="1"/>
          <dgm:chPref val="1"/>
        </dgm:presLayoutVars>
      </dgm:prSet>
      <dgm:spPr/>
    </dgm:pt>
    <dgm:pt modelId="{B07A4F06-1C1F-48BE-84AA-8F7BBAA7568E}" type="pres">
      <dgm:prSet presAssocID="{ABD13382-C9D1-4691-A29A-528736764C35}" presName="sibTrans" presStyleCnt="0"/>
      <dgm:spPr/>
    </dgm:pt>
    <dgm:pt modelId="{65C922C0-3840-4A2E-8F42-70E9F9D698B3}" type="pres">
      <dgm:prSet presAssocID="{AFF6086A-C69C-47B7-A02B-4CCADEC7608C}" presName="compNode" presStyleCnt="0"/>
      <dgm:spPr/>
    </dgm:pt>
    <dgm:pt modelId="{8BDFEB3E-E4E0-4634-A8FC-023786C7B2A5}" type="pres">
      <dgm:prSet presAssocID="{AFF6086A-C69C-47B7-A02B-4CCADEC7608C}" presName="iconBgRect" presStyleLbl="bgShp" presStyleIdx="2" presStyleCnt="5"/>
      <dgm:spPr/>
    </dgm:pt>
    <dgm:pt modelId="{2483CA3A-D620-4775-A156-B535302CBF7C}" type="pres">
      <dgm:prSet presAssocID="{AFF6086A-C69C-47B7-A02B-4CCADEC7608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A67C2F8-5837-48B2-AAA0-AA547FAC99A7}" type="pres">
      <dgm:prSet presAssocID="{AFF6086A-C69C-47B7-A02B-4CCADEC7608C}" presName="spaceRect" presStyleCnt="0"/>
      <dgm:spPr/>
    </dgm:pt>
    <dgm:pt modelId="{0E6EB593-6D0C-4BEA-B6AA-3AA3E9E94C8A}" type="pres">
      <dgm:prSet presAssocID="{AFF6086A-C69C-47B7-A02B-4CCADEC7608C}" presName="textRect" presStyleLbl="revTx" presStyleIdx="2" presStyleCnt="5">
        <dgm:presLayoutVars>
          <dgm:chMax val="1"/>
          <dgm:chPref val="1"/>
        </dgm:presLayoutVars>
      </dgm:prSet>
      <dgm:spPr/>
    </dgm:pt>
    <dgm:pt modelId="{917A08D1-6AEA-4E40-9BCE-43D0B41D4B26}" type="pres">
      <dgm:prSet presAssocID="{71B1160C-AD38-4460-B596-4EF1BD93DC0D}" presName="sibTrans" presStyleCnt="0"/>
      <dgm:spPr/>
    </dgm:pt>
    <dgm:pt modelId="{5E306AA5-34D2-43EB-B35E-4027F453E57A}" type="pres">
      <dgm:prSet presAssocID="{EA8728D7-CFF6-4E2A-ADB2-698E44889085}" presName="compNode" presStyleCnt="0"/>
      <dgm:spPr/>
    </dgm:pt>
    <dgm:pt modelId="{7D3B7A1C-E9AF-4A78-A9F1-9CD26B7314AD}" type="pres">
      <dgm:prSet presAssocID="{EA8728D7-CFF6-4E2A-ADB2-698E44889085}" presName="iconBgRect" presStyleLbl="bgShp" presStyleIdx="3" presStyleCnt="5"/>
      <dgm:spPr/>
    </dgm:pt>
    <dgm:pt modelId="{1ACF881A-4E93-4042-A93D-A66C72168F6B}" type="pres">
      <dgm:prSet presAssocID="{EA8728D7-CFF6-4E2A-ADB2-698E4488908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ute Ringer"/>
        </a:ext>
      </dgm:extLst>
    </dgm:pt>
    <dgm:pt modelId="{F78C60A5-4C81-404F-B21A-4D4A2CA75A6C}" type="pres">
      <dgm:prSet presAssocID="{EA8728D7-CFF6-4E2A-ADB2-698E44889085}" presName="spaceRect" presStyleCnt="0"/>
      <dgm:spPr/>
    </dgm:pt>
    <dgm:pt modelId="{BA76A5B8-D5D2-442E-A659-9CA5015CB215}" type="pres">
      <dgm:prSet presAssocID="{EA8728D7-CFF6-4E2A-ADB2-698E44889085}" presName="textRect" presStyleLbl="revTx" presStyleIdx="3" presStyleCnt="5">
        <dgm:presLayoutVars>
          <dgm:chMax val="1"/>
          <dgm:chPref val="1"/>
        </dgm:presLayoutVars>
      </dgm:prSet>
      <dgm:spPr/>
    </dgm:pt>
    <dgm:pt modelId="{322672AD-70E1-427F-B353-0D6A006A28C6}" type="pres">
      <dgm:prSet presAssocID="{B2DD7353-BEF5-4E59-A9FA-160177835476}" presName="sibTrans" presStyleCnt="0"/>
      <dgm:spPr/>
    </dgm:pt>
    <dgm:pt modelId="{3A6F710D-FE98-41F0-AD9D-A64790F2EAB9}" type="pres">
      <dgm:prSet presAssocID="{E4EE0F79-B57A-4CE9-A8A3-37E848FB2CCE}" presName="compNode" presStyleCnt="0"/>
      <dgm:spPr/>
    </dgm:pt>
    <dgm:pt modelId="{C04088CD-205C-4CCA-A195-0DFF07997F14}" type="pres">
      <dgm:prSet presAssocID="{E4EE0F79-B57A-4CE9-A8A3-37E848FB2CCE}" presName="iconBgRect" presStyleLbl="bgShp" presStyleIdx="4" presStyleCnt="5"/>
      <dgm:spPr/>
    </dgm:pt>
    <dgm:pt modelId="{8C9E2C3B-23BF-407A-B69D-C3D7D9B1E28B}" type="pres">
      <dgm:prSet presAssocID="{E4EE0F79-B57A-4CE9-A8A3-37E848FB2CC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cavator"/>
        </a:ext>
      </dgm:extLst>
    </dgm:pt>
    <dgm:pt modelId="{010FB65D-1C64-4D0E-BD18-574E6C024476}" type="pres">
      <dgm:prSet presAssocID="{E4EE0F79-B57A-4CE9-A8A3-37E848FB2CCE}" presName="spaceRect" presStyleCnt="0"/>
      <dgm:spPr/>
    </dgm:pt>
    <dgm:pt modelId="{EB4A3E99-0AE4-45CD-8673-C317D9E58EBC}" type="pres">
      <dgm:prSet presAssocID="{E4EE0F79-B57A-4CE9-A8A3-37E848FB2CCE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65353E0D-0937-47CA-98A2-A81D2B934606}" type="presOf" srcId="{EA8728D7-CFF6-4E2A-ADB2-698E44889085}" destId="{BA76A5B8-D5D2-442E-A659-9CA5015CB215}" srcOrd="0" destOrd="0" presId="urn:microsoft.com/office/officeart/2018/5/layout/IconCircleLabelList"/>
    <dgm:cxn modelId="{5DC7E617-E390-4072-95C3-3DCF7C4F6DEF}" srcId="{8E49E9C1-5F98-4490-82E2-C71D04F16A32}" destId="{AFF6086A-C69C-47B7-A02B-4CCADEC7608C}" srcOrd="2" destOrd="0" parTransId="{EC223D1C-EB86-491D-A57A-428012AE3318}" sibTransId="{71B1160C-AD38-4460-B596-4EF1BD93DC0D}"/>
    <dgm:cxn modelId="{48B58325-F2CB-4D14-9820-991E5E3C0B6D}" type="presOf" srcId="{E4EE0F79-B57A-4CE9-A8A3-37E848FB2CCE}" destId="{EB4A3E99-0AE4-45CD-8673-C317D9E58EBC}" srcOrd="0" destOrd="0" presId="urn:microsoft.com/office/officeart/2018/5/layout/IconCircleLabelList"/>
    <dgm:cxn modelId="{C9BF3B31-0D13-4A53-ACC2-45BA1FBD1162}" srcId="{8E49E9C1-5F98-4490-82E2-C71D04F16A32}" destId="{EA8728D7-CFF6-4E2A-ADB2-698E44889085}" srcOrd="3" destOrd="0" parTransId="{4569B504-E6B1-4619-98A2-FD39DBA66C74}" sibTransId="{B2DD7353-BEF5-4E59-A9FA-160177835476}"/>
    <dgm:cxn modelId="{CA0F9687-D2ED-4549-B744-88C3FAABCCD6}" srcId="{8E49E9C1-5F98-4490-82E2-C71D04F16A32}" destId="{90930401-7380-4433-8701-CB2F71DC04B6}" srcOrd="1" destOrd="0" parTransId="{3ABB2C0E-139D-474A-8BC1-7751204ED780}" sibTransId="{ABD13382-C9D1-4691-A29A-528736764C35}"/>
    <dgm:cxn modelId="{C605D7AB-BFA7-4D27-A35A-36E37EF46FF1}" type="presOf" srcId="{90930401-7380-4433-8701-CB2F71DC04B6}" destId="{E428E415-668A-4518-9D84-10EDC55B829E}" srcOrd="0" destOrd="0" presId="urn:microsoft.com/office/officeart/2018/5/layout/IconCircleLabelList"/>
    <dgm:cxn modelId="{081F1AB6-9C11-4096-8516-885BA553D3A2}" srcId="{8E49E9C1-5F98-4490-82E2-C71D04F16A32}" destId="{E4EE0F79-B57A-4CE9-A8A3-37E848FB2CCE}" srcOrd="4" destOrd="0" parTransId="{67BA51D5-F82D-4E9F-8958-4119732CC11A}" sibTransId="{12C77EAC-C754-4119-980A-871C3EA96CDB}"/>
    <dgm:cxn modelId="{5CE22CB7-1286-41CB-90AD-413F6524AA5B}" type="presOf" srcId="{FDC576B8-782D-4E95-8F66-EFD8A1AACEF8}" destId="{75FADCD0-031B-4D9A-B6CE-57A0F82B1425}" srcOrd="0" destOrd="0" presId="urn:microsoft.com/office/officeart/2018/5/layout/IconCircleLabelList"/>
    <dgm:cxn modelId="{0F7936EE-C91C-450B-9DEF-5594F12B62F5}" srcId="{8E49E9C1-5F98-4490-82E2-C71D04F16A32}" destId="{FDC576B8-782D-4E95-8F66-EFD8A1AACEF8}" srcOrd="0" destOrd="0" parTransId="{D14FF252-56AD-4CAD-8AD2-03472728482F}" sibTransId="{D2746B76-3C55-4CD7-BC2E-067FFC5BAE69}"/>
    <dgm:cxn modelId="{292109F8-8318-40F1-9747-CF222BDDB130}" type="presOf" srcId="{AFF6086A-C69C-47B7-A02B-4CCADEC7608C}" destId="{0E6EB593-6D0C-4BEA-B6AA-3AA3E9E94C8A}" srcOrd="0" destOrd="0" presId="urn:microsoft.com/office/officeart/2018/5/layout/IconCircleLabelList"/>
    <dgm:cxn modelId="{2EDBE2F8-A26E-4B6E-8363-A01300A5892E}" type="presOf" srcId="{8E49E9C1-5F98-4490-82E2-C71D04F16A32}" destId="{304D1B87-5662-4563-8099-70182193DB3B}" srcOrd="0" destOrd="0" presId="urn:microsoft.com/office/officeart/2018/5/layout/IconCircleLabelList"/>
    <dgm:cxn modelId="{93771626-BFC8-448C-97E5-3F419DEF0DC6}" type="presParOf" srcId="{304D1B87-5662-4563-8099-70182193DB3B}" destId="{8848B91E-E4F1-4109-BCED-9F4376EEF53D}" srcOrd="0" destOrd="0" presId="urn:microsoft.com/office/officeart/2018/5/layout/IconCircleLabelList"/>
    <dgm:cxn modelId="{346FF5DD-8C93-4403-97E1-EC8003F6B14B}" type="presParOf" srcId="{8848B91E-E4F1-4109-BCED-9F4376EEF53D}" destId="{94CA4D3F-C50D-4F8A-8275-8E053F2427F3}" srcOrd="0" destOrd="0" presId="urn:microsoft.com/office/officeart/2018/5/layout/IconCircleLabelList"/>
    <dgm:cxn modelId="{A38D1039-9E3C-47F5-BDB4-873F86392140}" type="presParOf" srcId="{8848B91E-E4F1-4109-BCED-9F4376EEF53D}" destId="{FA152202-1569-4725-B4ED-6B609A78A0BE}" srcOrd="1" destOrd="0" presId="urn:microsoft.com/office/officeart/2018/5/layout/IconCircleLabelList"/>
    <dgm:cxn modelId="{A258FEAB-593C-4115-8B3F-1AD8ED54906A}" type="presParOf" srcId="{8848B91E-E4F1-4109-BCED-9F4376EEF53D}" destId="{33A0C4B0-3839-44C9-82A3-0F4E1E495246}" srcOrd="2" destOrd="0" presId="urn:microsoft.com/office/officeart/2018/5/layout/IconCircleLabelList"/>
    <dgm:cxn modelId="{8083C5C8-C49C-433F-988E-98F201D784B6}" type="presParOf" srcId="{8848B91E-E4F1-4109-BCED-9F4376EEF53D}" destId="{75FADCD0-031B-4D9A-B6CE-57A0F82B1425}" srcOrd="3" destOrd="0" presId="urn:microsoft.com/office/officeart/2018/5/layout/IconCircleLabelList"/>
    <dgm:cxn modelId="{357BEB6E-B948-4C86-A4C7-0DDDE9074801}" type="presParOf" srcId="{304D1B87-5662-4563-8099-70182193DB3B}" destId="{6E4017BA-35EC-4B69-8093-2AED0D0DB260}" srcOrd="1" destOrd="0" presId="urn:microsoft.com/office/officeart/2018/5/layout/IconCircleLabelList"/>
    <dgm:cxn modelId="{C692B3F5-E0B7-4781-B1F7-E8C9E5889B15}" type="presParOf" srcId="{304D1B87-5662-4563-8099-70182193DB3B}" destId="{986C2653-7EA1-4F0C-8955-FBF72E8AFB3E}" srcOrd="2" destOrd="0" presId="urn:microsoft.com/office/officeart/2018/5/layout/IconCircleLabelList"/>
    <dgm:cxn modelId="{1B868E21-5E3F-47A0-8483-CD83323C73B9}" type="presParOf" srcId="{986C2653-7EA1-4F0C-8955-FBF72E8AFB3E}" destId="{7305BF54-1972-496A-B1A8-99C455E0B2AA}" srcOrd="0" destOrd="0" presId="urn:microsoft.com/office/officeart/2018/5/layout/IconCircleLabelList"/>
    <dgm:cxn modelId="{0925CEDD-8EB3-4D68-B563-7A2600F48D88}" type="presParOf" srcId="{986C2653-7EA1-4F0C-8955-FBF72E8AFB3E}" destId="{7D76E120-A2FD-47C0-862D-8AAFD958A25D}" srcOrd="1" destOrd="0" presId="urn:microsoft.com/office/officeart/2018/5/layout/IconCircleLabelList"/>
    <dgm:cxn modelId="{5F262C6D-1017-4CEF-89B2-C87E52941523}" type="presParOf" srcId="{986C2653-7EA1-4F0C-8955-FBF72E8AFB3E}" destId="{F4BC9B8C-06B5-45AD-BD18-AAE5AC094BC2}" srcOrd="2" destOrd="0" presId="urn:microsoft.com/office/officeart/2018/5/layout/IconCircleLabelList"/>
    <dgm:cxn modelId="{4BF82842-6C94-4C28-8588-AEBA3CF204B6}" type="presParOf" srcId="{986C2653-7EA1-4F0C-8955-FBF72E8AFB3E}" destId="{E428E415-668A-4518-9D84-10EDC55B829E}" srcOrd="3" destOrd="0" presId="urn:microsoft.com/office/officeart/2018/5/layout/IconCircleLabelList"/>
    <dgm:cxn modelId="{5E8F4ADA-DA71-4E3B-8529-3E2F1A68B2B8}" type="presParOf" srcId="{304D1B87-5662-4563-8099-70182193DB3B}" destId="{B07A4F06-1C1F-48BE-84AA-8F7BBAA7568E}" srcOrd="3" destOrd="0" presId="urn:microsoft.com/office/officeart/2018/5/layout/IconCircleLabelList"/>
    <dgm:cxn modelId="{3E88BC8B-9C2D-4A1F-9090-4D5B0B0EE7A3}" type="presParOf" srcId="{304D1B87-5662-4563-8099-70182193DB3B}" destId="{65C922C0-3840-4A2E-8F42-70E9F9D698B3}" srcOrd="4" destOrd="0" presId="urn:microsoft.com/office/officeart/2018/5/layout/IconCircleLabelList"/>
    <dgm:cxn modelId="{4DFFEF96-6309-45CC-A371-977763F7C5EF}" type="presParOf" srcId="{65C922C0-3840-4A2E-8F42-70E9F9D698B3}" destId="{8BDFEB3E-E4E0-4634-A8FC-023786C7B2A5}" srcOrd="0" destOrd="0" presId="urn:microsoft.com/office/officeart/2018/5/layout/IconCircleLabelList"/>
    <dgm:cxn modelId="{FBC2B11E-F143-46A1-BE9B-F9D1CD894E32}" type="presParOf" srcId="{65C922C0-3840-4A2E-8F42-70E9F9D698B3}" destId="{2483CA3A-D620-4775-A156-B535302CBF7C}" srcOrd="1" destOrd="0" presId="urn:microsoft.com/office/officeart/2018/5/layout/IconCircleLabelList"/>
    <dgm:cxn modelId="{F70BB7AE-1AEF-49DE-B416-EE802CABC193}" type="presParOf" srcId="{65C922C0-3840-4A2E-8F42-70E9F9D698B3}" destId="{2A67C2F8-5837-48B2-AAA0-AA547FAC99A7}" srcOrd="2" destOrd="0" presId="urn:microsoft.com/office/officeart/2018/5/layout/IconCircleLabelList"/>
    <dgm:cxn modelId="{7E010181-187A-4505-B57D-E8EF34689444}" type="presParOf" srcId="{65C922C0-3840-4A2E-8F42-70E9F9D698B3}" destId="{0E6EB593-6D0C-4BEA-B6AA-3AA3E9E94C8A}" srcOrd="3" destOrd="0" presId="urn:microsoft.com/office/officeart/2018/5/layout/IconCircleLabelList"/>
    <dgm:cxn modelId="{F53B06B9-19EC-43F7-B1AD-D19BACBA36C6}" type="presParOf" srcId="{304D1B87-5662-4563-8099-70182193DB3B}" destId="{917A08D1-6AEA-4E40-9BCE-43D0B41D4B26}" srcOrd="5" destOrd="0" presId="urn:microsoft.com/office/officeart/2018/5/layout/IconCircleLabelList"/>
    <dgm:cxn modelId="{523A5612-A85F-4FE8-9D92-4DCF6D0C123B}" type="presParOf" srcId="{304D1B87-5662-4563-8099-70182193DB3B}" destId="{5E306AA5-34D2-43EB-B35E-4027F453E57A}" srcOrd="6" destOrd="0" presId="urn:microsoft.com/office/officeart/2018/5/layout/IconCircleLabelList"/>
    <dgm:cxn modelId="{46A5E80F-4F18-4B90-9CEF-F714DD89F0A9}" type="presParOf" srcId="{5E306AA5-34D2-43EB-B35E-4027F453E57A}" destId="{7D3B7A1C-E9AF-4A78-A9F1-9CD26B7314AD}" srcOrd="0" destOrd="0" presId="urn:microsoft.com/office/officeart/2018/5/layout/IconCircleLabelList"/>
    <dgm:cxn modelId="{10F6C4B3-209A-482E-B3E6-5C4FF032F207}" type="presParOf" srcId="{5E306AA5-34D2-43EB-B35E-4027F453E57A}" destId="{1ACF881A-4E93-4042-A93D-A66C72168F6B}" srcOrd="1" destOrd="0" presId="urn:microsoft.com/office/officeart/2018/5/layout/IconCircleLabelList"/>
    <dgm:cxn modelId="{1BDD3F7A-DA96-49BF-BA97-8A9ABD086129}" type="presParOf" srcId="{5E306AA5-34D2-43EB-B35E-4027F453E57A}" destId="{F78C60A5-4C81-404F-B21A-4D4A2CA75A6C}" srcOrd="2" destOrd="0" presId="urn:microsoft.com/office/officeart/2018/5/layout/IconCircleLabelList"/>
    <dgm:cxn modelId="{6D812A0C-DFB0-45F6-973E-481D7539C8EC}" type="presParOf" srcId="{5E306AA5-34D2-43EB-B35E-4027F453E57A}" destId="{BA76A5B8-D5D2-442E-A659-9CA5015CB215}" srcOrd="3" destOrd="0" presId="urn:microsoft.com/office/officeart/2018/5/layout/IconCircleLabelList"/>
    <dgm:cxn modelId="{5A47A8B7-A6F7-4FB8-AECB-53741C90A51E}" type="presParOf" srcId="{304D1B87-5662-4563-8099-70182193DB3B}" destId="{322672AD-70E1-427F-B353-0D6A006A28C6}" srcOrd="7" destOrd="0" presId="urn:microsoft.com/office/officeart/2018/5/layout/IconCircleLabelList"/>
    <dgm:cxn modelId="{25A99888-2C35-4CDE-A379-4C61702C249D}" type="presParOf" srcId="{304D1B87-5662-4563-8099-70182193DB3B}" destId="{3A6F710D-FE98-41F0-AD9D-A64790F2EAB9}" srcOrd="8" destOrd="0" presId="urn:microsoft.com/office/officeart/2018/5/layout/IconCircleLabelList"/>
    <dgm:cxn modelId="{D9213DEB-59DF-45F7-896C-9A84FB99D091}" type="presParOf" srcId="{3A6F710D-FE98-41F0-AD9D-A64790F2EAB9}" destId="{C04088CD-205C-4CCA-A195-0DFF07997F14}" srcOrd="0" destOrd="0" presId="urn:microsoft.com/office/officeart/2018/5/layout/IconCircleLabelList"/>
    <dgm:cxn modelId="{67C8B6DB-5BFF-420F-9DB5-44F9BD614F31}" type="presParOf" srcId="{3A6F710D-FE98-41F0-AD9D-A64790F2EAB9}" destId="{8C9E2C3B-23BF-407A-B69D-C3D7D9B1E28B}" srcOrd="1" destOrd="0" presId="urn:microsoft.com/office/officeart/2018/5/layout/IconCircleLabelList"/>
    <dgm:cxn modelId="{B9C81FD6-E668-454F-93E4-332245C78885}" type="presParOf" srcId="{3A6F710D-FE98-41F0-AD9D-A64790F2EAB9}" destId="{010FB65D-1C64-4D0E-BD18-574E6C024476}" srcOrd="2" destOrd="0" presId="urn:microsoft.com/office/officeart/2018/5/layout/IconCircleLabelList"/>
    <dgm:cxn modelId="{E2C4F5F9-926E-4E7B-9C91-22F41EADD04E}" type="presParOf" srcId="{3A6F710D-FE98-41F0-AD9D-A64790F2EAB9}" destId="{EB4A3E99-0AE4-45CD-8673-C317D9E58EB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2AACA22-5A59-4272-8407-BEBE29F2EC1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4BE0492C-974B-4386-8C03-D8DE0A2F7D1D}">
      <dgm:prSet/>
      <dgm:spPr/>
      <dgm:t>
        <a:bodyPr/>
        <a:lstStyle/>
        <a:p>
          <a:r>
            <a:rPr lang="en-US"/>
            <a:t>No coding required – Great for business users and analysts.</a:t>
          </a:r>
        </a:p>
      </dgm:t>
    </dgm:pt>
    <dgm:pt modelId="{CCA6A404-7E52-45F2-A05A-5183743FC9CA}" type="parTrans" cxnId="{F87ABB77-C97A-42BC-B9D2-A50DEF526E11}">
      <dgm:prSet/>
      <dgm:spPr/>
      <dgm:t>
        <a:bodyPr/>
        <a:lstStyle/>
        <a:p>
          <a:endParaRPr lang="en-US"/>
        </a:p>
      </dgm:t>
    </dgm:pt>
    <dgm:pt modelId="{18929875-ADD7-437F-91B9-9D10B897B16D}" type="sibTrans" cxnId="{F87ABB77-C97A-42BC-B9D2-A50DEF526E11}">
      <dgm:prSet/>
      <dgm:spPr/>
      <dgm:t>
        <a:bodyPr/>
        <a:lstStyle/>
        <a:p>
          <a:endParaRPr lang="en-US"/>
        </a:p>
      </dgm:t>
    </dgm:pt>
    <dgm:pt modelId="{DC7981B4-E9CD-458C-87CD-BE4D7E85B6DC}">
      <dgm:prSet/>
      <dgm:spPr/>
      <dgm:t>
        <a:bodyPr/>
        <a:lstStyle/>
        <a:p>
          <a:r>
            <a:rPr lang="en-US"/>
            <a:t>Connects to multiple data sources (SQL, APIs, Web, Excel, etc.).</a:t>
          </a:r>
        </a:p>
      </dgm:t>
    </dgm:pt>
    <dgm:pt modelId="{C0A6F7C0-92D7-42C4-A312-A12C169ACCB9}" type="parTrans" cxnId="{7B6BF478-50C8-4C36-8932-6E0FBBEC7E3D}">
      <dgm:prSet/>
      <dgm:spPr/>
      <dgm:t>
        <a:bodyPr/>
        <a:lstStyle/>
        <a:p>
          <a:endParaRPr lang="en-US"/>
        </a:p>
      </dgm:t>
    </dgm:pt>
    <dgm:pt modelId="{31C906C1-B94B-4EB8-856F-554B7C89EB9E}" type="sibTrans" cxnId="{7B6BF478-50C8-4C36-8932-6E0FBBEC7E3D}">
      <dgm:prSet/>
      <dgm:spPr/>
      <dgm:t>
        <a:bodyPr/>
        <a:lstStyle/>
        <a:p>
          <a:endParaRPr lang="en-US"/>
        </a:p>
      </dgm:t>
    </dgm:pt>
    <dgm:pt modelId="{12573D22-AA7E-4CFD-B3D4-A1916327C402}">
      <dgm:prSet/>
      <dgm:spPr/>
      <dgm:t>
        <a:bodyPr/>
        <a:lstStyle/>
        <a:p>
          <a:r>
            <a:rPr lang="en-US"/>
            <a:t>Transforms and cleans data using Power Query.</a:t>
          </a:r>
        </a:p>
      </dgm:t>
    </dgm:pt>
    <dgm:pt modelId="{1FA076C0-CE13-47D8-AD88-B237B73ACA48}" type="parTrans" cxnId="{23C8432B-744E-4383-B4E0-8B95DBF9707B}">
      <dgm:prSet/>
      <dgm:spPr/>
      <dgm:t>
        <a:bodyPr/>
        <a:lstStyle/>
        <a:p>
          <a:endParaRPr lang="en-US"/>
        </a:p>
      </dgm:t>
    </dgm:pt>
    <dgm:pt modelId="{FA04F994-D804-49E1-B079-EE3862CEDB93}" type="sibTrans" cxnId="{23C8432B-744E-4383-B4E0-8B95DBF9707B}">
      <dgm:prSet/>
      <dgm:spPr/>
      <dgm:t>
        <a:bodyPr/>
        <a:lstStyle/>
        <a:p>
          <a:endParaRPr lang="en-US"/>
        </a:p>
      </dgm:t>
    </dgm:pt>
    <dgm:pt modelId="{68B90153-20CC-4825-8412-F70039CEBFE8}">
      <dgm:prSet/>
      <dgm:spPr/>
      <dgm:t>
        <a:bodyPr/>
        <a:lstStyle/>
        <a:p>
          <a:r>
            <a:rPr lang="en-US"/>
            <a:t>Provides interactive dashboards for real-time insights.</a:t>
          </a:r>
        </a:p>
      </dgm:t>
    </dgm:pt>
    <dgm:pt modelId="{6A16FD2A-AAD6-48E8-A602-80380EA39522}" type="parTrans" cxnId="{8BA85BBA-9B1C-4E75-B83F-929F03DA4760}">
      <dgm:prSet/>
      <dgm:spPr/>
      <dgm:t>
        <a:bodyPr/>
        <a:lstStyle/>
        <a:p>
          <a:endParaRPr lang="en-US"/>
        </a:p>
      </dgm:t>
    </dgm:pt>
    <dgm:pt modelId="{3D75326D-313E-447D-9E1B-BC8C2AB6CA3B}" type="sibTrans" cxnId="{8BA85BBA-9B1C-4E75-B83F-929F03DA4760}">
      <dgm:prSet/>
      <dgm:spPr/>
      <dgm:t>
        <a:bodyPr/>
        <a:lstStyle/>
        <a:p>
          <a:endParaRPr lang="en-US"/>
        </a:p>
      </dgm:t>
    </dgm:pt>
    <dgm:pt modelId="{044651E5-85FB-4E19-A605-0199433C6236}" type="pres">
      <dgm:prSet presAssocID="{32AACA22-5A59-4272-8407-BEBE29F2EC1C}" presName="root" presStyleCnt="0">
        <dgm:presLayoutVars>
          <dgm:dir/>
          <dgm:resizeHandles val="exact"/>
        </dgm:presLayoutVars>
      </dgm:prSet>
      <dgm:spPr/>
    </dgm:pt>
    <dgm:pt modelId="{983DA6F3-F569-4CEC-B77E-342434124D4A}" type="pres">
      <dgm:prSet presAssocID="{4BE0492C-974B-4386-8C03-D8DE0A2F7D1D}" presName="compNode" presStyleCnt="0"/>
      <dgm:spPr/>
    </dgm:pt>
    <dgm:pt modelId="{5066F90A-F4BD-41B8-883D-C94FD5BE0E48}" type="pres">
      <dgm:prSet presAssocID="{4BE0492C-974B-4386-8C03-D8DE0A2F7D1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struction Worker"/>
        </a:ext>
      </dgm:extLst>
    </dgm:pt>
    <dgm:pt modelId="{DAAC0F0B-74D7-4F55-86F6-E73B08D0F35C}" type="pres">
      <dgm:prSet presAssocID="{4BE0492C-974B-4386-8C03-D8DE0A2F7D1D}" presName="spaceRect" presStyleCnt="0"/>
      <dgm:spPr/>
    </dgm:pt>
    <dgm:pt modelId="{824BE6EF-AA1C-4746-BD90-58D713DC6A45}" type="pres">
      <dgm:prSet presAssocID="{4BE0492C-974B-4386-8C03-D8DE0A2F7D1D}" presName="textRect" presStyleLbl="revTx" presStyleIdx="0" presStyleCnt="4">
        <dgm:presLayoutVars>
          <dgm:chMax val="1"/>
          <dgm:chPref val="1"/>
        </dgm:presLayoutVars>
      </dgm:prSet>
      <dgm:spPr/>
    </dgm:pt>
    <dgm:pt modelId="{CB76B80F-50C7-4AE1-A237-2587946B03BD}" type="pres">
      <dgm:prSet presAssocID="{18929875-ADD7-437F-91B9-9D10B897B16D}" presName="sibTrans" presStyleCnt="0"/>
      <dgm:spPr/>
    </dgm:pt>
    <dgm:pt modelId="{0D8D2422-61FD-4524-A401-1A4BE18A8840}" type="pres">
      <dgm:prSet presAssocID="{DC7981B4-E9CD-458C-87CD-BE4D7E85B6DC}" presName="compNode" presStyleCnt="0"/>
      <dgm:spPr/>
    </dgm:pt>
    <dgm:pt modelId="{860EDBDD-147B-41BA-9461-E267F52F41E2}" type="pres">
      <dgm:prSet presAssocID="{DC7981B4-E9CD-458C-87CD-BE4D7E85B6D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F0A6D977-84D9-4E05-96FA-39BE98EBB74F}" type="pres">
      <dgm:prSet presAssocID="{DC7981B4-E9CD-458C-87CD-BE4D7E85B6DC}" presName="spaceRect" presStyleCnt="0"/>
      <dgm:spPr/>
    </dgm:pt>
    <dgm:pt modelId="{CBFD89B6-3906-4FBD-A754-F98DDAF496B6}" type="pres">
      <dgm:prSet presAssocID="{DC7981B4-E9CD-458C-87CD-BE4D7E85B6DC}" presName="textRect" presStyleLbl="revTx" presStyleIdx="1" presStyleCnt="4">
        <dgm:presLayoutVars>
          <dgm:chMax val="1"/>
          <dgm:chPref val="1"/>
        </dgm:presLayoutVars>
      </dgm:prSet>
      <dgm:spPr/>
    </dgm:pt>
    <dgm:pt modelId="{04B3E414-7A08-464D-BDD1-88AC31BD5B11}" type="pres">
      <dgm:prSet presAssocID="{31C906C1-B94B-4EB8-856F-554B7C89EB9E}" presName="sibTrans" presStyleCnt="0"/>
      <dgm:spPr/>
    </dgm:pt>
    <dgm:pt modelId="{B87919CB-A186-4DAC-A56A-AAFF2709F5DE}" type="pres">
      <dgm:prSet presAssocID="{12573D22-AA7E-4CFD-B3D4-A1916327C402}" presName="compNode" presStyleCnt="0"/>
      <dgm:spPr/>
    </dgm:pt>
    <dgm:pt modelId="{481E7BE6-CBAD-4304-A71F-329CA3A7A09D}" type="pres">
      <dgm:prSet presAssocID="{12573D22-AA7E-4CFD-B3D4-A1916327C40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31E3F00B-FC25-4204-9FD2-8B1074260D73}" type="pres">
      <dgm:prSet presAssocID="{12573D22-AA7E-4CFD-B3D4-A1916327C402}" presName="spaceRect" presStyleCnt="0"/>
      <dgm:spPr/>
    </dgm:pt>
    <dgm:pt modelId="{0C48E41D-B87D-4D6A-B472-A247F846B279}" type="pres">
      <dgm:prSet presAssocID="{12573D22-AA7E-4CFD-B3D4-A1916327C402}" presName="textRect" presStyleLbl="revTx" presStyleIdx="2" presStyleCnt="4">
        <dgm:presLayoutVars>
          <dgm:chMax val="1"/>
          <dgm:chPref val="1"/>
        </dgm:presLayoutVars>
      </dgm:prSet>
      <dgm:spPr/>
    </dgm:pt>
    <dgm:pt modelId="{0D9FA319-9DCF-4CDB-8541-E935D0821364}" type="pres">
      <dgm:prSet presAssocID="{FA04F994-D804-49E1-B079-EE3862CEDB93}" presName="sibTrans" presStyleCnt="0"/>
      <dgm:spPr/>
    </dgm:pt>
    <dgm:pt modelId="{40AF9972-9BB5-46C6-AA26-95476DA069DF}" type="pres">
      <dgm:prSet presAssocID="{68B90153-20CC-4825-8412-F70039CEBFE8}" presName="compNode" presStyleCnt="0"/>
      <dgm:spPr/>
    </dgm:pt>
    <dgm:pt modelId="{D79F3C06-85A5-463A-9B79-E9E2BE48201D}" type="pres">
      <dgm:prSet presAssocID="{68B90153-20CC-4825-8412-F70039CEBFE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1D05303B-5A63-46D7-8757-01AB61A72ADB}" type="pres">
      <dgm:prSet presAssocID="{68B90153-20CC-4825-8412-F70039CEBFE8}" presName="spaceRect" presStyleCnt="0"/>
      <dgm:spPr/>
    </dgm:pt>
    <dgm:pt modelId="{3DF3E25E-7472-44E2-98BD-509662C307F3}" type="pres">
      <dgm:prSet presAssocID="{68B90153-20CC-4825-8412-F70039CEBFE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7058100-BED6-45FE-BECB-BC4AAF6CBCBE}" type="presOf" srcId="{32AACA22-5A59-4272-8407-BEBE29F2EC1C}" destId="{044651E5-85FB-4E19-A605-0199433C6236}" srcOrd="0" destOrd="0" presId="urn:microsoft.com/office/officeart/2018/2/layout/IconLabelList"/>
    <dgm:cxn modelId="{4D3A7E0B-BC5B-4659-9DB0-D26A82A6F210}" type="presOf" srcId="{DC7981B4-E9CD-458C-87CD-BE4D7E85B6DC}" destId="{CBFD89B6-3906-4FBD-A754-F98DDAF496B6}" srcOrd="0" destOrd="0" presId="urn:microsoft.com/office/officeart/2018/2/layout/IconLabelList"/>
    <dgm:cxn modelId="{622CE723-C946-48DD-973F-2E2F3457EB41}" type="presOf" srcId="{68B90153-20CC-4825-8412-F70039CEBFE8}" destId="{3DF3E25E-7472-44E2-98BD-509662C307F3}" srcOrd="0" destOrd="0" presId="urn:microsoft.com/office/officeart/2018/2/layout/IconLabelList"/>
    <dgm:cxn modelId="{23C8432B-744E-4383-B4E0-8B95DBF9707B}" srcId="{32AACA22-5A59-4272-8407-BEBE29F2EC1C}" destId="{12573D22-AA7E-4CFD-B3D4-A1916327C402}" srcOrd="2" destOrd="0" parTransId="{1FA076C0-CE13-47D8-AD88-B237B73ACA48}" sibTransId="{FA04F994-D804-49E1-B079-EE3862CEDB93}"/>
    <dgm:cxn modelId="{F87ABB77-C97A-42BC-B9D2-A50DEF526E11}" srcId="{32AACA22-5A59-4272-8407-BEBE29F2EC1C}" destId="{4BE0492C-974B-4386-8C03-D8DE0A2F7D1D}" srcOrd="0" destOrd="0" parTransId="{CCA6A404-7E52-45F2-A05A-5183743FC9CA}" sibTransId="{18929875-ADD7-437F-91B9-9D10B897B16D}"/>
    <dgm:cxn modelId="{7B6BF478-50C8-4C36-8932-6E0FBBEC7E3D}" srcId="{32AACA22-5A59-4272-8407-BEBE29F2EC1C}" destId="{DC7981B4-E9CD-458C-87CD-BE4D7E85B6DC}" srcOrd="1" destOrd="0" parTransId="{C0A6F7C0-92D7-42C4-A312-A12C169ACCB9}" sibTransId="{31C906C1-B94B-4EB8-856F-554B7C89EB9E}"/>
    <dgm:cxn modelId="{6F39ADAD-6B03-4277-B74B-B55D340D44E6}" type="presOf" srcId="{4BE0492C-974B-4386-8C03-D8DE0A2F7D1D}" destId="{824BE6EF-AA1C-4746-BD90-58D713DC6A45}" srcOrd="0" destOrd="0" presId="urn:microsoft.com/office/officeart/2018/2/layout/IconLabelList"/>
    <dgm:cxn modelId="{8BA85BBA-9B1C-4E75-B83F-929F03DA4760}" srcId="{32AACA22-5A59-4272-8407-BEBE29F2EC1C}" destId="{68B90153-20CC-4825-8412-F70039CEBFE8}" srcOrd="3" destOrd="0" parTransId="{6A16FD2A-AAD6-48E8-A602-80380EA39522}" sibTransId="{3D75326D-313E-447D-9E1B-BC8C2AB6CA3B}"/>
    <dgm:cxn modelId="{93D2FCDC-0EFA-4488-A6CE-C85B1719B8F0}" type="presOf" srcId="{12573D22-AA7E-4CFD-B3D4-A1916327C402}" destId="{0C48E41D-B87D-4D6A-B472-A247F846B279}" srcOrd="0" destOrd="0" presId="urn:microsoft.com/office/officeart/2018/2/layout/IconLabelList"/>
    <dgm:cxn modelId="{9A5B53B7-AB2D-4BA9-9BBB-08AB53118BF0}" type="presParOf" srcId="{044651E5-85FB-4E19-A605-0199433C6236}" destId="{983DA6F3-F569-4CEC-B77E-342434124D4A}" srcOrd="0" destOrd="0" presId="urn:microsoft.com/office/officeart/2018/2/layout/IconLabelList"/>
    <dgm:cxn modelId="{289E0671-AE26-4488-B152-654BD9844140}" type="presParOf" srcId="{983DA6F3-F569-4CEC-B77E-342434124D4A}" destId="{5066F90A-F4BD-41B8-883D-C94FD5BE0E48}" srcOrd="0" destOrd="0" presId="urn:microsoft.com/office/officeart/2018/2/layout/IconLabelList"/>
    <dgm:cxn modelId="{884115BA-1FDE-43CC-89CB-08FD8C22E441}" type="presParOf" srcId="{983DA6F3-F569-4CEC-B77E-342434124D4A}" destId="{DAAC0F0B-74D7-4F55-86F6-E73B08D0F35C}" srcOrd="1" destOrd="0" presId="urn:microsoft.com/office/officeart/2018/2/layout/IconLabelList"/>
    <dgm:cxn modelId="{156CBFD9-AF3F-475C-8B61-201B95DCB84E}" type="presParOf" srcId="{983DA6F3-F569-4CEC-B77E-342434124D4A}" destId="{824BE6EF-AA1C-4746-BD90-58D713DC6A45}" srcOrd="2" destOrd="0" presId="urn:microsoft.com/office/officeart/2018/2/layout/IconLabelList"/>
    <dgm:cxn modelId="{530BC014-0FE8-4C45-9DB8-9F37556BFEBA}" type="presParOf" srcId="{044651E5-85FB-4E19-A605-0199433C6236}" destId="{CB76B80F-50C7-4AE1-A237-2587946B03BD}" srcOrd="1" destOrd="0" presId="urn:microsoft.com/office/officeart/2018/2/layout/IconLabelList"/>
    <dgm:cxn modelId="{C2522A75-96DC-41F5-BB1A-2131040AD434}" type="presParOf" srcId="{044651E5-85FB-4E19-A605-0199433C6236}" destId="{0D8D2422-61FD-4524-A401-1A4BE18A8840}" srcOrd="2" destOrd="0" presId="urn:microsoft.com/office/officeart/2018/2/layout/IconLabelList"/>
    <dgm:cxn modelId="{81D9F91A-90B6-48FA-84B2-9E085248D083}" type="presParOf" srcId="{0D8D2422-61FD-4524-A401-1A4BE18A8840}" destId="{860EDBDD-147B-41BA-9461-E267F52F41E2}" srcOrd="0" destOrd="0" presId="urn:microsoft.com/office/officeart/2018/2/layout/IconLabelList"/>
    <dgm:cxn modelId="{53E7F9B0-7D0A-4E51-AE17-BA562A6AF240}" type="presParOf" srcId="{0D8D2422-61FD-4524-A401-1A4BE18A8840}" destId="{F0A6D977-84D9-4E05-96FA-39BE98EBB74F}" srcOrd="1" destOrd="0" presId="urn:microsoft.com/office/officeart/2018/2/layout/IconLabelList"/>
    <dgm:cxn modelId="{834CAA7C-DF18-44FA-9DB3-EA95E0483FA4}" type="presParOf" srcId="{0D8D2422-61FD-4524-A401-1A4BE18A8840}" destId="{CBFD89B6-3906-4FBD-A754-F98DDAF496B6}" srcOrd="2" destOrd="0" presId="urn:microsoft.com/office/officeart/2018/2/layout/IconLabelList"/>
    <dgm:cxn modelId="{142DD7CD-8A9E-44E1-A384-FA6A3ECFDB86}" type="presParOf" srcId="{044651E5-85FB-4E19-A605-0199433C6236}" destId="{04B3E414-7A08-464D-BDD1-88AC31BD5B11}" srcOrd="3" destOrd="0" presId="urn:microsoft.com/office/officeart/2018/2/layout/IconLabelList"/>
    <dgm:cxn modelId="{45AC7EA2-6C52-4682-A543-60C707B7E021}" type="presParOf" srcId="{044651E5-85FB-4E19-A605-0199433C6236}" destId="{B87919CB-A186-4DAC-A56A-AAFF2709F5DE}" srcOrd="4" destOrd="0" presId="urn:microsoft.com/office/officeart/2018/2/layout/IconLabelList"/>
    <dgm:cxn modelId="{7FE57F10-389C-4652-9191-03F3BE37405D}" type="presParOf" srcId="{B87919CB-A186-4DAC-A56A-AAFF2709F5DE}" destId="{481E7BE6-CBAD-4304-A71F-329CA3A7A09D}" srcOrd="0" destOrd="0" presId="urn:microsoft.com/office/officeart/2018/2/layout/IconLabelList"/>
    <dgm:cxn modelId="{923D2DEA-5AEE-4EFE-A361-6D19E1A9A807}" type="presParOf" srcId="{B87919CB-A186-4DAC-A56A-AAFF2709F5DE}" destId="{31E3F00B-FC25-4204-9FD2-8B1074260D73}" srcOrd="1" destOrd="0" presId="urn:microsoft.com/office/officeart/2018/2/layout/IconLabelList"/>
    <dgm:cxn modelId="{189A3331-21FD-4448-B409-9354E1D7997C}" type="presParOf" srcId="{B87919CB-A186-4DAC-A56A-AAFF2709F5DE}" destId="{0C48E41D-B87D-4D6A-B472-A247F846B279}" srcOrd="2" destOrd="0" presId="urn:microsoft.com/office/officeart/2018/2/layout/IconLabelList"/>
    <dgm:cxn modelId="{B416F623-3EBE-4C59-AD1A-55BC90D8B490}" type="presParOf" srcId="{044651E5-85FB-4E19-A605-0199433C6236}" destId="{0D9FA319-9DCF-4CDB-8541-E935D0821364}" srcOrd="5" destOrd="0" presId="urn:microsoft.com/office/officeart/2018/2/layout/IconLabelList"/>
    <dgm:cxn modelId="{E4A5EBEC-8BAE-4B32-87C1-40EEDF733DFC}" type="presParOf" srcId="{044651E5-85FB-4E19-A605-0199433C6236}" destId="{40AF9972-9BB5-46C6-AA26-95476DA069DF}" srcOrd="6" destOrd="0" presId="urn:microsoft.com/office/officeart/2018/2/layout/IconLabelList"/>
    <dgm:cxn modelId="{F97590E2-C584-43C9-8A83-0321685A7CDB}" type="presParOf" srcId="{40AF9972-9BB5-46C6-AA26-95476DA069DF}" destId="{D79F3C06-85A5-463A-9B79-E9E2BE48201D}" srcOrd="0" destOrd="0" presId="urn:microsoft.com/office/officeart/2018/2/layout/IconLabelList"/>
    <dgm:cxn modelId="{E1604D12-434B-450C-9B39-BA080F346809}" type="presParOf" srcId="{40AF9972-9BB5-46C6-AA26-95476DA069DF}" destId="{1D05303B-5A63-46D7-8757-01AB61A72ADB}" srcOrd="1" destOrd="0" presId="urn:microsoft.com/office/officeart/2018/2/layout/IconLabelList"/>
    <dgm:cxn modelId="{F06EBF4B-AC26-433F-BB4F-9B20A5ACEB37}" type="presParOf" srcId="{40AF9972-9BB5-46C6-AA26-95476DA069DF}" destId="{3DF3E25E-7472-44E2-98BD-509662C307F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2DC9777-3804-40BA-A57C-276E353E3BFC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A34DF89-9686-4129-BC80-918424B7315A}">
      <dgm:prSet/>
      <dgm:spPr/>
      <dgm:t>
        <a:bodyPr/>
        <a:lstStyle/>
        <a:p>
          <a:r>
            <a:rPr lang="en-US"/>
            <a:t>Power BI has a Web Connector that allows users to extract tabular data from web pages. The process includes:</a:t>
          </a:r>
        </a:p>
      </dgm:t>
    </dgm:pt>
    <dgm:pt modelId="{1A478451-678F-4A39-A400-C92A4D76D242}" type="parTrans" cxnId="{416A82AC-ACB4-43EE-8373-AEA6EA570D24}">
      <dgm:prSet/>
      <dgm:spPr/>
      <dgm:t>
        <a:bodyPr/>
        <a:lstStyle/>
        <a:p>
          <a:endParaRPr lang="en-US"/>
        </a:p>
      </dgm:t>
    </dgm:pt>
    <dgm:pt modelId="{842759C7-2B0A-4EFB-ADAC-962A4BC51950}" type="sibTrans" cxnId="{416A82AC-ACB4-43EE-8373-AEA6EA570D24}">
      <dgm:prSet/>
      <dgm:spPr/>
      <dgm:t>
        <a:bodyPr/>
        <a:lstStyle/>
        <a:p>
          <a:endParaRPr lang="en-US"/>
        </a:p>
      </dgm:t>
    </dgm:pt>
    <dgm:pt modelId="{DFF78331-3818-4D75-81FE-96DA99E820F1}">
      <dgm:prSet/>
      <dgm:spPr/>
      <dgm:t>
        <a:bodyPr/>
        <a:lstStyle/>
        <a:p>
          <a:r>
            <a:rPr lang="en-US"/>
            <a:t>Providing a URL – Enter the website’s address in Power BI.</a:t>
          </a:r>
        </a:p>
      </dgm:t>
    </dgm:pt>
    <dgm:pt modelId="{F8481645-91E0-46AD-941F-0C6BDC9A86B4}" type="parTrans" cxnId="{E581036A-1B5C-418F-A805-32D0AE40CD0F}">
      <dgm:prSet/>
      <dgm:spPr/>
      <dgm:t>
        <a:bodyPr/>
        <a:lstStyle/>
        <a:p>
          <a:endParaRPr lang="en-US"/>
        </a:p>
      </dgm:t>
    </dgm:pt>
    <dgm:pt modelId="{6949352A-BE35-4689-B4AF-417B79FA4E86}" type="sibTrans" cxnId="{E581036A-1B5C-418F-A805-32D0AE40CD0F}">
      <dgm:prSet/>
      <dgm:spPr/>
      <dgm:t>
        <a:bodyPr/>
        <a:lstStyle/>
        <a:p>
          <a:endParaRPr lang="en-US"/>
        </a:p>
      </dgm:t>
    </dgm:pt>
    <dgm:pt modelId="{F643D5D5-0823-4A54-AE7F-BBD39F79C224}">
      <dgm:prSet/>
      <dgm:spPr/>
      <dgm:t>
        <a:bodyPr/>
        <a:lstStyle/>
        <a:p>
          <a:r>
            <a:rPr lang="en-US"/>
            <a:t>Extracting HTML tables – Automatically detects and imports structured data.</a:t>
          </a:r>
        </a:p>
      </dgm:t>
    </dgm:pt>
    <dgm:pt modelId="{3D67E9C8-C074-4B77-97FC-2E3B5CA9CC66}" type="parTrans" cxnId="{AB1C41A8-1591-4A19-9A58-CDF8E2F6C4C5}">
      <dgm:prSet/>
      <dgm:spPr/>
      <dgm:t>
        <a:bodyPr/>
        <a:lstStyle/>
        <a:p>
          <a:endParaRPr lang="en-US"/>
        </a:p>
      </dgm:t>
    </dgm:pt>
    <dgm:pt modelId="{4110AD09-47C7-4BCE-A7AE-D5C9119CFA72}" type="sibTrans" cxnId="{AB1C41A8-1591-4A19-9A58-CDF8E2F6C4C5}">
      <dgm:prSet/>
      <dgm:spPr/>
      <dgm:t>
        <a:bodyPr/>
        <a:lstStyle/>
        <a:p>
          <a:endParaRPr lang="en-US"/>
        </a:p>
      </dgm:t>
    </dgm:pt>
    <dgm:pt modelId="{66D8BC22-982A-49BF-BE29-BDD43A1FC4B5}">
      <dgm:prSet/>
      <dgm:spPr/>
      <dgm:t>
        <a:bodyPr/>
        <a:lstStyle/>
        <a:p>
          <a:r>
            <a:rPr lang="en-US"/>
            <a:t>Transforming data – Clean, filter, and format data for analysis.</a:t>
          </a:r>
        </a:p>
      </dgm:t>
    </dgm:pt>
    <dgm:pt modelId="{4B20C5C7-3ACB-4227-B254-17544ABE77C2}" type="parTrans" cxnId="{D0B9C96D-D388-46A1-B3A0-4246182ACC0E}">
      <dgm:prSet/>
      <dgm:spPr/>
      <dgm:t>
        <a:bodyPr/>
        <a:lstStyle/>
        <a:p>
          <a:endParaRPr lang="en-US"/>
        </a:p>
      </dgm:t>
    </dgm:pt>
    <dgm:pt modelId="{30D4E924-8810-4EE9-9AAC-832AA37E05BD}" type="sibTrans" cxnId="{D0B9C96D-D388-46A1-B3A0-4246182ACC0E}">
      <dgm:prSet/>
      <dgm:spPr/>
      <dgm:t>
        <a:bodyPr/>
        <a:lstStyle/>
        <a:p>
          <a:endParaRPr lang="en-US"/>
        </a:p>
      </dgm:t>
    </dgm:pt>
    <dgm:pt modelId="{A274DA8B-772F-4957-ADC3-EFAB3FE03518}">
      <dgm:prSet/>
      <dgm:spPr/>
      <dgm:t>
        <a:bodyPr/>
        <a:lstStyle/>
        <a:p>
          <a:r>
            <a:rPr lang="en-US"/>
            <a:t>Building visualizations – Use Power BI’s charts and graphs for insights.</a:t>
          </a:r>
        </a:p>
      </dgm:t>
    </dgm:pt>
    <dgm:pt modelId="{B435CD83-ADDC-43CC-B495-8E96ECE1EF54}" type="parTrans" cxnId="{AB267C27-87BD-4D1B-93B1-4FBDF4B88209}">
      <dgm:prSet/>
      <dgm:spPr/>
      <dgm:t>
        <a:bodyPr/>
        <a:lstStyle/>
        <a:p>
          <a:endParaRPr lang="en-US"/>
        </a:p>
      </dgm:t>
    </dgm:pt>
    <dgm:pt modelId="{84F14D1E-894D-4DF9-9176-177593694BF3}" type="sibTrans" cxnId="{AB267C27-87BD-4D1B-93B1-4FBDF4B88209}">
      <dgm:prSet/>
      <dgm:spPr/>
      <dgm:t>
        <a:bodyPr/>
        <a:lstStyle/>
        <a:p>
          <a:endParaRPr lang="en-US"/>
        </a:p>
      </dgm:t>
    </dgm:pt>
    <dgm:pt modelId="{A3864B0C-1B38-40F8-8771-7FBD0F7C00E8}" type="pres">
      <dgm:prSet presAssocID="{72DC9777-3804-40BA-A57C-276E353E3BFC}" presName="vert0" presStyleCnt="0">
        <dgm:presLayoutVars>
          <dgm:dir/>
          <dgm:animOne val="branch"/>
          <dgm:animLvl val="lvl"/>
        </dgm:presLayoutVars>
      </dgm:prSet>
      <dgm:spPr/>
    </dgm:pt>
    <dgm:pt modelId="{4ADB6E3F-50B7-4403-83CF-16D7B4D0C6F9}" type="pres">
      <dgm:prSet presAssocID="{FA34DF89-9686-4129-BC80-918424B7315A}" presName="thickLine" presStyleLbl="alignNode1" presStyleIdx="0" presStyleCnt="5"/>
      <dgm:spPr/>
    </dgm:pt>
    <dgm:pt modelId="{B381A2E9-6D96-43E9-8260-EE0CCEC812D4}" type="pres">
      <dgm:prSet presAssocID="{FA34DF89-9686-4129-BC80-918424B7315A}" presName="horz1" presStyleCnt="0"/>
      <dgm:spPr/>
    </dgm:pt>
    <dgm:pt modelId="{3AE2577B-3DEC-4A32-8D45-CEDFAAC5E4EB}" type="pres">
      <dgm:prSet presAssocID="{FA34DF89-9686-4129-BC80-918424B7315A}" presName="tx1" presStyleLbl="revTx" presStyleIdx="0" presStyleCnt="5"/>
      <dgm:spPr/>
    </dgm:pt>
    <dgm:pt modelId="{6C5026B5-5CDC-4D22-9AA6-53C5BAC8C57E}" type="pres">
      <dgm:prSet presAssocID="{FA34DF89-9686-4129-BC80-918424B7315A}" presName="vert1" presStyleCnt="0"/>
      <dgm:spPr/>
    </dgm:pt>
    <dgm:pt modelId="{97111F94-01DE-4098-B1CE-3DB71DA739E0}" type="pres">
      <dgm:prSet presAssocID="{DFF78331-3818-4D75-81FE-96DA99E820F1}" presName="thickLine" presStyleLbl="alignNode1" presStyleIdx="1" presStyleCnt="5"/>
      <dgm:spPr/>
    </dgm:pt>
    <dgm:pt modelId="{99E120D6-B523-410C-A210-B3BF27F28AA5}" type="pres">
      <dgm:prSet presAssocID="{DFF78331-3818-4D75-81FE-96DA99E820F1}" presName="horz1" presStyleCnt="0"/>
      <dgm:spPr/>
    </dgm:pt>
    <dgm:pt modelId="{05FB6194-1FC5-43F9-A52C-B6A7D33B5577}" type="pres">
      <dgm:prSet presAssocID="{DFF78331-3818-4D75-81FE-96DA99E820F1}" presName="tx1" presStyleLbl="revTx" presStyleIdx="1" presStyleCnt="5"/>
      <dgm:spPr/>
    </dgm:pt>
    <dgm:pt modelId="{4429326E-963D-42CF-83D5-6374C0CED466}" type="pres">
      <dgm:prSet presAssocID="{DFF78331-3818-4D75-81FE-96DA99E820F1}" presName="vert1" presStyleCnt="0"/>
      <dgm:spPr/>
    </dgm:pt>
    <dgm:pt modelId="{31E9C3F3-C782-4E4C-8B21-875350608834}" type="pres">
      <dgm:prSet presAssocID="{F643D5D5-0823-4A54-AE7F-BBD39F79C224}" presName="thickLine" presStyleLbl="alignNode1" presStyleIdx="2" presStyleCnt="5"/>
      <dgm:spPr/>
    </dgm:pt>
    <dgm:pt modelId="{69F6AA52-DB12-468B-9E01-7C2773BCB59F}" type="pres">
      <dgm:prSet presAssocID="{F643D5D5-0823-4A54-AE7F-BBD39F79C224}" presName="horz1" presStyleCnt="0"/>
      <dgm:spPr/>
    </dgm:pt>
    <dgm:pt modelId="{0A6E16D5-AECB-45FA-9E01-30FE4CEF79B9}" type="pres">
      <dgm:prSet presAssocID="{F643D5D5-0823-4A54-AE7F-BBD39F79C224}" presName="tx1" presStyleLbl="revTx" presStyleIdx="2" presStyleCnt="5"/>
      <dgm:spPr/>
    </dgm:pt>
    <dgm:pt modelId="{9A2CAC30-3D24-4989-99AE-5FF5B3CE0656}" type="pres">
      <dgm:prSet presAssocID="{F643D5D5-0823-4A54-AE7F-BBD39F79C224}" presName="vert1" presStyleCnt="0"/>
      <dgm:spPr/>
    </dgm:pt>
    <dgm:pt modelId="{0AB4F338-BEE1-402B-B426-9D264F55E821}" type="pres">
      <dgm:prSet presAssocID="{66D8BC22-982A-49BF-BE29-BDD43A1FC4B5}" presName="thickLine" presStyleLbl="alignNode1" presStyleIdx="3" presStyleCnt="5"/>
      <dgm:spPr/>
    </dgm:pt>
    <dgm:pt modelId="{9C6BD8A3-7182-4105-A33A-6A1333F279B8}" type="pres">
      <dgm:prSet presAssocID="{66D8BC22-982A-49BF-BE29-BDD43A1FC4B5}" presName="horz1" presStyleCnt="0"/>
      <dgm:spPr/>
    </dgm:pt>
    <dgm:pt modelId="{E2FAE291-0BC6-4268-A8EF-3343F04A2B96}" type="pres">
      <dgm:prSet presAssocID="{66D8BC22-982A-49BF-BE29-BDD43A1FC4B5}" presName="tx1" presStyleLbl="revTx" presStyleIdx="3" presStyleCnt="5"/>
      <dgm:spPr/>
    </dgm:pt>
    <dgm:pt modelId="{9C3381A6-58F3-4B65-AA8A-197BCAC58D5E}" type="pres">
      <dgm:prSet presAssocID="{66D8BC22-982A-49BF-BE29-BDD43A1FC4B5}" presName="vert1" presStyleCnt="0"/>
      <dgm:spPr/>
    </dgm:pt>
    <dgm:pt modelId="{506C3B3B-DDB6-4381-ACAC-6A7120A244CC}" type="pres">
      <dgm:prSet presAssocID="{A274DA8B-772F-4957-ADC3-EFAB3FE03518}" presName="thickLine" presStyleLbl="alignNode1" presStyleIdx="4" presStyleCnt="5"/>
      <dgm:spPr/>
    </dgm:pt>
    <dgm:pt modelId="{A4747602-48C2-4A76-883B-008FEB437E0D}" type="pres">
      <dgm:prSet presAssocID="{A274DA8B-772F-4957-ADC3-EFAB3FE03518}" presName="horz1" presStyleCnt="0"/>
      <dgm:spPr/>
    </dgm:pt>
    <dgm:pt modelId="{7EBD0CED-37F7-4067-955D-E1DD2271C7C5}" type="pres">
      <dgm:prSet presAssocID="{A274DA8B-772F-4957-ADC3-EFAB3FE03518}" presName="tx1" presStyleLbl="revTx" presStyleIdx="4" presStyleCnt="5"/>
      <dgm:spPr/>
    </dgm:pt>
    <dgm:pt modelId="{FDDC1C68-C41A-43F5-8621-DCD85ED2AD36}" type="pres">
      <dgm:prSet presAssocID="{A274DA8B-772F-4957-ADC3-EFAB3FE03518}" presName="vert1" presStyleCnt="0"/>
      <dgm:spPr/>
    </dgm:pt>
  </dgm:ptLst>
  <dgm:cxnLst>
    <dgm:cxn modelId="{AB267C27-87BD-4D1B-93B1-4FBDF4B88209}" srcId="{72DC9777-3804-40BA-A57C-276E353E3BFC}" destId="{A274DA8B-772F-4957-ADC3-EFAB3FE03518}" srcOrd="4" destOrd="0" parTransId="{B435CD83-ADDC-43CC-B495-8E96ECE1EF54}" sibTransId="{84F14D1E-894D-4DF9-9176-177593694BF3}"/>
    <dgm:cxn modelId="{B7879C43-D485-4A4A-B0DD-F4E41F427827}" type="presOf" srcId="{DFF78331-3818-4D75-81FE-96DA99E820F1}" destId="{05FB6194-1FC5-43F9-A52C-B6A7D33B5577}" srcOrd="0" destOrd="0" presId="urn:microsoft.com/office/officeart/2008/layout/LinedList"/>
    <dgm:cxn modelId="{E581036A-1B5C-418F-A805-32D0AE40CD0F}" srcId="{72DC9777-3804-40BA-A57C-276E353E3BFC}" destId="{DFF78331-3818-4D75-81FE-96DA99E820F1}" srcOrd="1" destOrd="0" parTransId="{F8481645-91E0-46AD-941F-0C6BDC9A86B4}" sibTransId="{6949352A-BE35-4689-B4AF-417B79FA4E86}"/>
    <dgm:cxn modelId="{D0B9C96D-D388-46A1-B3A0-4246182ACC0E}" srcId="{72DC9777-3804-40BA-A57C-276E353E3BFC}" destId="{66D8BC22-982A-49BF-BE29-BDD43A1FC4B5}" srcOrd="3" destOrd="0" parTransId="{4B20C5C7-3ACB-4227-B254-17544ABE77C2}" sibTransId="{30D4E924-8810-4EE9-9AAC-832AA37E05BD}"/>
    <dgm:cxn modelId="{34462670-4FB7-4E0E-AFAF-ACA2B31E8905}" type="presOf" srcId="{A274DA8B-772F-4957-ADC3-EFAB3FE03518}" destId="{7EBD0CED-37F7-4067-955D-E1DD2271C7C5}" srcOrd="0" destOrd="0" presId="urn:microsoft.com/office/officeart/2008/layout/LinedList"/>
    <dgm:cxn modelId="{7279FE5A-B442-4566-8CE4-128AD0F72539}" type="presOf" srcId="{72DC9777-3804-40BA-A57C-276E353E3BFC}" destId="{A3864B0C-1B38-40F8-8771-7FBD0F7C00E8}" srcOrd="0" destOrd="0" presId="urn:microsoft.com/office/officeart/2008/layout/LinedList"/>
    <dgm:cxn modelId="{21446097-7A7A-4F51-A6E6-4877122ED3EB}" type="presOf" srcId="{FA34DF89-9686-4129-BC80-918424B7315A}" destId="{3AE2577B-3DEC-4A32-8D45-CEDFAAC5E4EB}" srcOrd="0" destOrd="0" presId="urn:microsoft.com/office/officeart/2008/layout/LinedList"/>
    <dgm:cxn modelId="{5D3F6A98-501A-461A-8113-7DC7024D01A2}" type="presOf" srcId="{F643D5D5-0823-4A54-AE7F-BBD39F79C224}" destId="{0A6E16D5-AECB-45FA-9E01-30FE4CEF79B9}" srcOrd="0" destOrd="0" presId="urn:microsoft.com/office/officeart/2008/layout/LinedList"/>
    <dgm:cxn modelId="{AB1C41A8-1591-4A19-9A58-CDF8E2F6C4C5}" srcId="{72DC9777-3804-40BA-A57C-276E353E3BFC}" destId="{F643D5D5-0823-4A54-AE7F-BBD39F79C224}" srcOrd="2" destOrd="0" parTransId="{3D67E9C8-C074-4B77-97FC-2E3B5CA9CC66}" sibTransId="{4110AD09-47C7-4BCE-A7AE-D5C9119CFA72}"/>
    <dgm:cxn modelId="{416A82AC-ACB4-43EE-8373-AEA6EA570D24}" srcId="{72DC9777-3804-40BA-A57C-276E353E3BFC}" destId="{FA34DF89-9686-4129-BC80-918424B7315A}" srcOrd="0" destOrd="0" parTransId="{1A478451-678F-4A39-A400-C92A4D76D242}" sibTransId="{842759C7-2B0A-4EFB-ADAC-962A4BC51950}"/>
    <dgm:cxn modelId="{CA3926FE-37BB-4F2E-A34C-125CB03D7385}" type="presOf" srcId="{66D8BC22-982A-49BF-BE29-BDD43A1FC4B5}" destId="{E2FAE291-0BC6-4268-A8EF-3343F04A2B96}" srcOrd="0" destOrd="0" presId="urn:microsoft.com/office/officeart/2008/layout/LinedList"/>
    <dgm:cxn modelId="{AFA54298-F6BF-441F-B840-5168AB6B852C}" type="presParOf" srcId="{A3864B0C-1B38-40F8-8771-7FBD0F7C00E8}" destId="{4ADB6E3F-50B7-4403-83CF-16D7B4D0C6F9}" srcOrd="0" destOrd="0" presId="urn:microsoft.com/office/officeart/2008/layout/LinedList"/>
    <dgm:cxn modelId="{A6FDC372-AF34-4385-AD7A-2A28E01B28EC}" type="presParOf" srcId="{A3864B0C-1B38-40F8-8771-7FBD0F7C00E8}" destId="{B381A2E9-6D96-43E9-8260-EE0CCEC812D4}" srcOrd="1" destOrd="0" presId="urn:microsoft.com/office/officeart/2008/layout/LinedList"/>
    <dgm:cxn modelId="{24958358-E4AE-4DF8-B0C8-494CDCF4641C}" type="presParOf" srcId="{B381A2E9-6D96-43E9-8260-EE0CCEC812D4}" destId="{3AE2577B-3DEC-4A32-8D45-CEDFAAC5E4EB}" srcOrd="0" destOrd="0" presId="urn:microsoft.com/office/officeart/2008/layout/LinedList"/>
    <dgm:cxn modelId="{5ECB7AA6-EB97-432E-912B-4FF9088D9656}" type="presParOf" srcId="{B381A2E9-6D96-43E9-8260-EE0CCEC812D4}" destId="{6C5026B5-5CDC-4D22-9AA6-53C5BAC8C57E}" srcOrd="1" destOrd="0" presId="urn:microsoft.com/office/officeart/2008/layout/LinedList"/>
    <dgm:cxn modelId="{0BCE7539-039C-44CB-AA5D-C37E3137D679}" type="presParOf" srcId="{A3864B0C-1B38-40F8-8771-7FBD0F7C00E8}" destId="{97111F94-01DE-4098-B1CE-3DB71DA739E0}" srcOrd="2" destOrd="0" presId="urn:microsoft.com/office/officeart/2008/layout/LinedList"/>
    <dgm:cxn modelId="{BD12BEFD-BB3A-409D-BC25-7967A0D66665}" type="presParOf" srcId="{A3864B0C-1B38-40F8-8771-7FBD0F7C00E8}" destId="{99E120D6-B523-410C-A210-B3BF27F28AA5}" srcOrd="3" destOrd="0" presId="urn:microsoft.com/office/officeart/2008/layout/LinedList"/>
    <dgm:cxn modelId="{B801702A-23FC-4427-A068-E64CDA9E6A39}" type="presParOf" srcId="{99E120D6-B523-410C-A210-B3BF27F28AA5}" destId="{05FB6194-1FC5-43F9-A52C-B6A7D33B5577}" srcOrd="0" destOrd="0" presId="urn:microsoft.com/office/officeart/2008/layout/LinedList"/>
    <dgm:cxn modelId="{776EF292-23C5-4C64-9A04-E77A2089BFDC}" type="presParOf" srcId="{99E120D6-B523-410C-A210-B3BF27F28AA5}" destId="{4429326E-963D-42CF-83D5-6374C0CED466}" srcOrd="1" destOrd="0" presId="urn:microsoft.com/office/officeart/2008/layout/LinedList"/>
    <dgm:cxn modelId="{126A994E-DFC7-42C8-9BDF-92CE1362A86C}" type="presParOf" srcId="{A3864B0C-1B38-40F8-8771-7FBD0F7C00E8}" destId="{31E9C3F3-C782-4E4C-8B21-875350608834}" srcOrd="4" destOrd="0" presId="urn:microsoft.com/office/officeart/2008/layout/LinedList"/>
    <dgm:cxn modelId="{380E7318-9B29-4D1C-881C-B68874EFD6A6}" type="presParOf" srcId="{A3864B0C-1B38-40F8-8771-7FBD0F7C00E8}" destId="{69F6AA52-DB12-468B-9E01-7C2773BCB59F}" srcOrd="5" destOrd="0" presId="urn:microsoft.com/office/officeart/2008/layout/LinedList"/>
    <dgm:cxn modelId="{A8258039-8768-42FD-BC70-1F072DAD91D3}" type="presParOf" srcId="{69F6AA52-DB12-468B-9E01-7C2773BCB59F}" destId="{0A6E16D5-AECB-45FA-9E01-30FE4CEF79B9}" srcOrd="0" destOrd="0" presId="urn:microsoft.com/office/officeart/2008/layout/LinedList"/>
    <dgm:cxn modelId="{32562F7E-4151-4AA5-81C4-91E3344C0586}" type="presParOf" srcId="{69F6AA52-DB12-468B-9E01-7C2773BCB59F}" destId="{9A2CAC30-3D24-4989-99AE-5FF5B3CE0656}" srcOrd="1" destOrd="0" presId="urn:microsoft.com/office/officeart/2008/layout/LinedList"/>
    <dgm:cxn modelId="{5E0BCA5C-D1A1-42A4-B4CC-CA74453122F3}" type="presParOf" srcId="{A3864B0C-1B38-40F8-8771-7FBD0F7C00E8}" destId="{0AB4F338-BEE1-402B-B426-9D264F55E821}" srcOrd="6" destOrd="0" presId="urn:microsoft.com/office/officeart/2008/layout/LinedList"/>
    <dgm:cxn modelId="{B0601F7F-DDCE-4494-9287-774BAFFB1490}" type="presParOf" srcId="{A3864B0C-1B38-40F8-8771-7FBD0F7C00E8}" destId="{9C6BD8A3-7182-4105-A33A-6A1333F279B8}" srcOrd="7" destOrd="0" presId="urn:microsoft.com/office/officeart/2008/layout/LinedList"/>
    <dgm:cxn modelId="{4B1A1F9F-1FDA-4795-856B-CAF0B48B0770}" type="presParOf" srcId="{9C6BD8A3-7182-4105-A33A-6A1333F279B8}" destId="{E2FAE291-0BC6-4268-A8EF-3343F04A2B96}" srcOrd="0" destOrd="0" presId="urn:microsoft.com/office/officeart/2008/layout/LinedList"/>
    <dgm:cxn modelId="{4799387A-D82E-45A4-B3B3-19A93A33777B}" type="presParOf" srcId="{9C6BD8A3-7182-4105-A33A-6A1333F279B8}" destId="{9C3381A6-58F3-4B65-AA8A-197BCAC58D5E}" srcOrd="1" destOrd="0" presId="urn:microsoft.com/office/officeart/2008/layout/LinedList"/>
    <dgm:cxn modelId="{14047DCB-05ED-42C1-92BF-097920E1DEEA}" type="presParOf" srcId="{A3864B0C-1B38-40F8-8771-7FBD0F7C00E8}" destId="{506C3B3B-DDB6-4381-ACAC-6A7120A244CC}" srcOrd="8" destOrd="0" presId="urn:microsoft.com/office/officeart/2008/layout/LinedList"/>
    <dgm:cxn modelId="{3F8BED81-9D46-47FD-8467-3F4ABB323661}" type="presParOf" srcId="{A3864B0C-1B38-40F8-8771-7FBD0F7C00E8}" destId="{A4747602-48C2-4A76-883B-008FEB437E0D}" srcOrd="9" destOrd="0" presId="urn:microsoft.com/office/officeart/2008/layout/LinedList"/>
    <dgm:cxn modelId="{2E55C28A-2037-4BC8-AE9D-BF64747ADE76}" type="presParOf" srcId="{A4747602-48C2-4A76-883B-008FEB437E0D}" destId="{7EBD0CED-37F7-4067-955D-E1DD2271C7C5}" srcOrd="0" destOrd="0" presId="urn:microsoft.com/office/officeart/2008/layout/LinedList"/>
    <dgm:cxn modelId="{D266A736-D8B9-4096-84BB-2B8C91123F26}" type="presParOf" srcId="{A4747602-48C2-4A76-883B-008FEB437E0D}" destId="{FDDC1C68-C41A-43F5-8621-DCD85ED2AD3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C060BCE-7A57-4CDB-9FA4-950757CD5631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57F4869-1846-42B4-AEEA-4D457E75D2D1}">
      <dgm:prSet/>
      <dgm:spPr/>
      <dgm:t>
        <a:bodyPr/>
        <a:lstStyle/>
        <a:p>
          <a:r>
            <a:rPr lang="en-US"/>
            <a:t>Open</a:t>
          </a:r>
        </a:p>
      </dgm:t>
    </dgm:pt>
    <dgm:pt modelId="{82173B8E-2059-4600-A459-1468D2253766}" type="parTrans" cxnId="{F01AA2D1-473E-464D-95C5-FBE37D3DD9F6}">
      <dgm:prSet/>
      <dgm:spPr/>
      <dgm:t>
        <a:bodyPr/>
        <a:lstStyle/>
        <a:p>
          <a:endParaRPr lang="en-US"/>
        </a:p>
      </dgm:t>
    </dgm:pt>
    <dgm:pt modelId="{60E3E7C9-055C-43F4-9A8B-C09455BE29EE}" type="sibTrans" cxnId="{F01AA2D1-473E-464D-95C5-FBE37D3DD9F6}">
      <dgm:prSet/>
      <dgm:spPr/>
      <dgm:t>
        <a:bodyPr/>
        <a:lstStyle/>
        <a:p>
          <a:endParaRPr lang="en-US"/>
        </a:p>
      </dgm:t>
    </dgm:pt>
    <dgm:pt modelId="{3DEAEA8E-3024-4922-B9B1-3857942A306B}">
      <dgm:prSet custT="1"/>
      <dgm:spPr/>
      <dgm:t>
        <a:bodyPr/>
        <a:lstStyle/>
        <a:p>
          <a:r>
            <a:rPr lang="en-US" sz="1600" b="1" dirty="0"/>
            <a:t>Open Power BI &amp; Use Web Connector</a:t>
          </a:r>
        </a:p>
      </dgm:t>
    </dgm:pt>
    <dgm:pt modelId="{70C3502F-00B2-4735-ADE7-58B28707A15C}" type="parTrans" cxnId="{FCD014C3-BD33-4798-8A8C-6AF95830862D}">
      <dgm:prSet/>
      <dgm:spPr/>
      <dgm:t>
        <a:bodyPr/>
        <a:lstStyle/>
        <a:p>
          <a:endParaRPr lang="en-US"/>
        </a:p>
      </dgm:t>
    </dgm:pt>
    <dgm:pt modelId="{669E5B4D-D1DE-416B-9253-50A3B391E2E9}" type="sibTrans" cxnId="{FCD014C3-BD33-4798-8A8C-6AF95830862D}">
      <dgm:prSet/>
      <dgm:spPr/>
      <dgm:t>
        <a:bodyPr/>
        <a:lstStyle/>
        <a:p>
          <a:endParaRPr lang="en-US"/>
        </a:p>
      </dgm:t>
    </dgm:pt>
    <dgm:pt modelId="{E89E13E4-6C0C-4BA0-BBB6-0ACB4F53D661}">
      <dgm:prSet custT="1"/>
      <dgm:spPr/>
      <dgm:t>
        <a:bodyPr/>
        <a:lstStyle/>
        <a:p>
          <a:r>
            <a:rPr lang="en-US" sz="1400" b="1" dirty="0"/>
            <a:t>Open Power BI Desktop → Click Get Data → Select Web.</a:t>
          </a:r>
        </a:p>
      </dgm:t>
    </dgm:pt>
    <dgm:pt modelId="{C7E6EDAD-C5F6-400E-89F7-0A67E91AD560}" type="parTrans" cxnId="{C27270A3-1EC3-4FE9-972B-7EBF2E0D03B6}">
      <dgm:prSet/>
      <dgm:spPr/>
      <dgm:t>
        <a:bodyPr/>
        <a:lstStyle/>
        <a:p>
          <a:endParaRPr lang="en-US"/>
        </a:p>
      </dgm:t>
    </dgm:pt>
    <dgm:pt modelId="{15148718-AD36-456A-AC72-5EF98A1C1921}" type="sibTrans" cxnId="{C27270A3-1EC3-4FE9-972B-7EBF2E0D03B6}">
      <dgm:prSet/>
      <dgm:spPr/>
      <dgm:t>
        <a:bodyPr/>
        <a:lstStyle/>
        <a:p>
          <a:endParaRPr lang="en-US"/>
        </a:p>
      </dgm:t>
    </dgm:pt>
    <dgm:pt modelId="{D04F7935-67C6-48DA-8A64-C14942DF3A59}">
      <dgm:prSet custT="1"/>
      <dgm:spPr/>
      <dgm:t>
        <a:bodyPr/>
        <a:lstStyle/>
        <a:p>
          <a:r>
            <a:rPr lang="en-US" sz="1400" b="1" dirty="0"/>
            <a:t>Enter the website URL (e.g., "https://example.com/products") → Click OK → Connect.</a:t>
          </a:r>
          <a:endParaRPr lang="en-US" sz="1100" b="1" dirty="0"/>
        </a:p>
      </dgm:t>
    </dgm:pt>
    <dgm:pt modelId="{02E0FDF4-64C8-4E56-9996-D5E598DF99F9}" type="parTrans" cxnId="{CCCE8E57-52ED-4F18-9FE9-FF701E0D2042}">
      <dgm:prSet/>
      <dgm:spPr/>
      <dgm:t>
        <a:bodyPr/>
        <a:lstStyle/>
        <a:p>
          <a:endParaRPr lang="en-US"/>
        </a:p>
      </dgm:t>
    </dgm:pt>
    <dgm:pt modelId="{26FF9D93-C956-4335-BC32-F13261F3EDE6}" type="sibTrans" cxnId="{CCCE8E57-52ED-4F18-9FE9-FF701E0D2042}">
      <dgm:prSet/>
      <dgm:spPr/>
      <dgm:t>
        <a:bodyPr/>
        <a:lstStyle/>
        <a:p>
          <a:endParaRPr lang="en-US"/>
        </a:p>
      </dgm:t>
    </dgm:pt>
    <dgm:pt modelId="{3E3DDBAA-F662-4D7B-B1B5-AB746A0A96B9}">
      <dgm:prSet/>
      <dgm:spPr/>
      <dgm:t>
        <a:bodyPr/>
        <a:lstStyle/>
        <a:p>
          <a:r>
            <a:rPr lang="en-US"/>
            <a:t>Select &amp; Transform</a:t>
          </a:r>
        </a:p>
      </dgm:t>
    </dgm:pt>
    <dgm:pt modelId="{21FED9B4-1708-49F4-8D65-6C84D23F6EFC}" type="parTrans" cxnId="{1CF6CE76-B76A-4645-B2C9-4473DC50B138}">
      <dgm:prSet/>
      <dgm:spPr/>
      <dgm:t>
        <a:bodyPr/>
        <a:lstStyle/>
        <a:p>
          <a:endParaRPr lang="en-US"/>
        </a:p>
      </dgm:t>
    </dgm:pt>
    <dgm:pt modelId="{DE939D75-5217-4CF9-BD36-BDC0E0665BB0}" type="sibTrans" cxnId="{1CF6CE76-B76A-4645-B2C9-4473DC50B138}">
      <dgm:prSet/>
      <dgm:spPr/>
      <dgm:t>
        <a:bodyPr/>
        <a:lstStyle/>
        <a:p>
          <a:endParaRPr lang="en-US"/>
        </a:p>
      </dgm:t>
    </dgm:pt>
    <dgm:pt modelId="{0031435B-DCEC-4ED4-AE49-2C9660D9916E}">
      <dgm:prSet custT="1"/>
      <dgm:spPr/>
      <dgm:t>
        <a:bodyPr/>
        <a:lstStyle/>
        <a:p>
          <a:r>
            <a:rPr lang="en-US" sz="1400" b="1" dirty="0"/>
            <a:t>Select &amp; Transform the Data</a:t>
          </a:r>
        </a:p>
      </dgm:t>
    </dgm:pt>
    <dgm:pt modelId="{13AF43A0-210E-4D82-8A98-DFE2D4310DE4}" type="parTrans" cxnId="{EF3C7BE9-8E68-47FF-9BE2-503F45F26502}">
      <dgm:prSet/>
      <dgm:spPr/>
      <dgm:t>
        <a:bodyPr/>
        <a:lstStyle/>
        <a:p>
          <a:endParaRPr lang="en-US"/>
        </a:p>
      </dgm:t>
    </dgm:pt>
    <dgm:pt modelId="{A95D117E-F5DD-4DBF-82B3-B8C8CF6E9C05}" type="sibTrans" cxnId="{EF3C7BE9-8E68-47FF-9BE2-503F45F26502}">
      <dgm:prSet/>
      <dgm:spPr/>
      <dgm:t>
        <a:bodyPr/>
        <a:lstStyle/>
        <a:p>
          <a:endParaRPr lang="en-US"/>
        </a:p>
      </dgm:t>
    </dgm:pt>
    <dgm:pt modelId="{71E203F6-21A7-47EB-B295-6E5B606426B6}">
      <dgm:prSet custT="1"/>
      <dgm:spPr/>
      <dgm:t>
        <a:bodyPr/>
        <a:lstStyle/>
        <a:p>
          <a:r>
            <a:rPr lang="en-US" sz="1400" b="1" dirty="0"/>
            <a:t>Power BI detects HTML tables → Select the one with product details.</a:t>
          </a:r>
        </a:p>
      </dgm:t>
    </dgm:pt>
    <dgm:pt modelId="{F0F56E7B-BC8F-4205-9CD4-C93129C8514A}" type="parTrans" cxnId="{8AF4CA9B-949D-4976-8EFB-E8E45C704D0B}">
      <dgm:prSet/>
      <dgm:spPr/>
      <dgm:t>
        <a:bodyPr/>
        <a:lstStyle/>
        <a:p>
          <a:endParaRPr lang="en-US"/>
        </a:p>
      </dgm:t>
    </dgm:pt>
    <dgm:pt modelId="{D0874EA0-676B-472B-BE41-E5111BEF06AA}" type="sibTrans" cxnId="{8AF4CA9B-949D-4976-8EFB-E8E45C704D0B}">
      <dgm:prSet/>
      <dgm:spPr/>
      <dgm:t>
        <a:bodyPr/>
        <a:lstStyle/>
        <a:p>
          <a:endParaRPr lang="en-US"/>
        </a:p>
      </dgm:t>
    </dgm:pt>
    <dgm:pt modelId="{15D273FB-13AA-49F6-9698-CC6C1AAF0B9E}">
      <dgm:prSet custT="1"/>
      <dgm:spPr/>
      <dgm:t>
        <a:bodyPr/>
        <a:lstStyle/>
        <a:p>
          <a:r>
            <a:rPr lang="en-US" sz="1400" b="1" dirty="0"/>
            <a:t>Click Transform Data → Clean and format.</a:t>
          </a:r>
        </a:p>
      </dgm:t>
    </dgm:pt>
    <dgm:pt modelId="{0B03598F-DB59-46B4-8DCF-ACAB6A083B12}" type="parTrans" cxnId="{9D717660-B3E2-4AD1-BF95-9D202F58062B}">
      <dgm:prSet/>
      <dgm:spPr/>
      <dgm:t>
        <a:bodyPr/>
        <a:lstStyle/>
        <a:p>
          <a:endParaRPr lang="en-US"/>
        </a:p>
      </dgm:t>
    </dgm:pt>
    <dgm:pt modelId="{520726E8-0796-4A96-95A5-978701B46DFB}" type="sibTrans" cxnId="{9D717660-B3E2-4AD1-BF95-9D202F58062B}">
      <dgm:prSet/>
      <dgm:spPr/>
      <dgm:t>
        <a:bodyPr/>
        <a:lstStyle/>
        <a:p>
          <a:endParaRPr lang="en-US"/>
        </a:p>
      </dgm:t>
    </dgm:pt>
    <dgm:pt modelId="{C8710D77-6C93-4982-9A80-5091E5F6EECB}">
      <dgm:prSet custT="1"/>
      <dgm:spPr/>
      <dgm:t>
        <a:bodyPr/>
        <a:lstStyle/>
        <a:p>
          <a:r>
            <a:rPr lang="en-US" sz="1400" b="1" dirty="0"/>
            <a:t>Click Load to import data.</a:t>
          </a:r>
        </a:p>
      </dgm:t>
    </dgm:pt>
    <dgm:pt modelId="{9273C0CF-339B-41F1-9CAB-898B3E9ACC20}" type="parTrans" cxnId="{A009230D-952B-4AB2-976C-F7D8A0646BF2}">
      <dgm:prSet/>
      <dgm:spPr/>
      <dgm:t>
        <a:bodyPr/>
        <a:lstStyle/>
        <a:p>
          <a:endParaRPr lang="en-US"/>
        </a:p>
      </dgm:t>
    </dgm:pt>
    <dgm:pt modelId="{16851C44-C14B-4A8F-AE7D-CC2B969BAEE2}" type="sibTrans" cxnId="{A009230D-952B-4AB2-976C-F7D8A0646BF2}">
      <dgm:prSet/>
      <dgm:spPr/>
      <dgm:t>
        <a:bodyPr/>
        <a:lstStyle/>
        <a:p>
          <a:endParaRPr lang="en-US"/>
        </a:p>
      </dgm:t>
    </dgm:pt>
    <dgm:pt modelId="{673F5AE1-699B-4ACF-8941-695A2B0B50D2}">
      <dgm:prSet/>
      <dgm:spPr/>
      <dgm:t>
        <a:bodyPr/>
        <a:lstStyle/>
        <a:p>
          <a:r>
            <a:rPr lang="en-US"/>
            <a:t>Create</a:t>
          </a:r>
        </a:p>
      </dgm:t>
    </dgm:pt>
    <dgm:pt modelId="{7AC12A22-6536-4E9B-80FD-C90950117815}" type="parTrans" cxnId="{28AF6DD0-6513-4155-BEBC-A049FCDA8DB0}">
      <dgm:prSet/>
      <dgm:spPr/>
      <dgm:t>
        <a:bodyPr/>
        <a:lstStyle/>
        <a:p>
          <a:endParaRPr lang="en-US"/>
        </a:p>
      </dgm:t>
    </dgm:pt>
    <dgm:pt modelId="{AAD1D2D9-E6A6-43D6-8442-E2FC8576AB9D}" type="sibTrans" cxnId="{28AF6DD0-6513-4155-BEBC-A049FCDA8DB0}">
      <dgm:prSet/>
      <dgm:spPr/>
      <dgm:t>
        <a:bodyPr/>
        <a:lstStyle/>
        <a:p>
          <a:endParaRPr lang="en-US"/>
        </a:p>
      </dgm:t>
    </dgm:pt>
    <dgm:pt modelId="{2F3D92CF-B2BF-4CD3-9D34-CC885393B49E}">
      <dgm:prSet/>
      <dgm:spPr/>
      <dgm:t>
        <a:bodyPr/>
        <a:lstStyle/>
        <a:p>
          <a:r>
            <a:rPr lang="en-US" sz="1600" b="1" dirty="0"/>
            <a:t>Create Visualizations</a:t>
          </a:r>
        </a:p>
      </dgm:t>
    </dgm:pt>
    <dgm:pt modelId="{BB26A8A0-F8F6-482D-AE99-606CE0D5C35E}" type="parTrans" cxnId="{F6047D51-C437-4629-B9E0-C77F4DEA4A54}">
      <dgm:prSet/>
      <dgm:spPr/>
      <dgm:t>
        <a:bodyPr/>
        <a:lstStyle/>
        <a:p>
          <a:endParaRPr lang="en-US"/>
        </a:p>
      </dgm:t>
    </dgm:pt>
    <dgm:pt modelId="{A1C1C243-E50D-46BB-95C9-41A05C539AF3}" type="sibTrans" cxnId="{F6047D51-C437-4629-B9E0-C77F4DEA4A54}">
      <dgm:prSet/>
      <dgm:spPr/>
      <dgm:t>
        <a:bodyPr/>
        <a:lstStyle/>
        <a:p>
          <a:endParaRPr lang="en-US"/>
        </a:p>
      </dgm:t>
    </dgm:pt>
    <dgm:pt modelId="{E0DD9245-64A1-4D0F-9A14-2B8F8E8743BB}">
      <dgm:prSet custT="1"/>
      <dgm:spPr/>
      <dgm:t>
        <a:bodyPr/>
        <a:lstStyle/>
        <a:p>
          <a:r>
            <a:rPr lang="en-US" sz="1400" b="1" dirty="0"/>
            <a:t>Use bar charts, pie charts, and tables for product trends.</a:t>
          </a:r>
        </a:p>
      </dgm:t>
    </dgm:pt>
    <dgm:pt modelId="{A22C9279-97CE-4A20-BB6A-113D21C75676}" type="parTrans" cxnId="{0F03617C-A963-4FF9-BFF4-02797785E757}">
      <dgm:prSet/>
      <dgm:spPr/>
      <dgm:t>
        <a:bodyPr/>
        <a:lstStyle/>
        <a:p>
          <a:endParaRPr lang="en-US"/>
        </a:p>
      </dgm:t>
    </dgm:pt>
    <dgm:pt modelId="{BD06C6BD-A416-4B15-89E4-167276675BAA}" type="sibTrans" cxnId="{0F03617C-A963-4FF9-BFF4-02797785E757}">
      <dgm:prSet/>
      <dgm:spPr/>
      <dgm:t>
        <a:bodyPr/>
        <a:lstStyle/>
        <a:p>
          <a:endParaRPr lang="en-US"/>
        </a:p>
      </dgm:t>
    </dgm:pt>
    <dgm:pt modelId="{A538C0A5-E5CE-41B5-96C0-E2803C4D42AF}">
      <dgm:prSet custT="1"/>
      <dgm:spPr/>
      <dgm:t>
        <a:bodyPr/>
        <a:lstStyle/>
        <a:p>
          <a:r>
            <a:rPr lang="en-US" sz="1400" b="1" dirty="0"/>
            <a:t>Apply filters and slicers for interactive exploration.</a:t>
          </a:r>
        </a:p>
      </dgm:t>
    </dgm:pt>
    <dgm:pt modelId="{36CC8575-681A-4E43-BC49-EE7359129899}" type="parTrans" cxnId="{4A9EBC8D-05C6-4FD8-A1D2-EC131118B0D6}">
      <dgm:prSet/>
      <dgm:spPr/>
      <dgm:t>
        <a:bodyPr/>
        <a:lstStyle/>
        <a:p>
          <a:endParaRPr lang="en-US"/>
        </a:p>
      </dgm:t>
    </dgm:pt>
    <dgm:pt modelId="{BDAB50FE-4F08-4CE9-B2EE-1020FB8EC883}" type="sibTrans" cxnId="{4A9EBC8D-05C6-4FD8-A1D2-EC131118B0D6}">
      <dgm:prSet/>
      <dgm:spPr/>
      <dgm:t>
        <a:bodyPr/>
        <a:lstStyle/>
        <a:p>
          <a:endParaRPr lang="en-US"/>
        </a:p>
      </dgm:t>
    </dgm:pt>
    <dgm:pt modelId="{7070108E-320A-4183-8D0C-23117C42BB01}" type="pres">
      <dgm:prSet presAssocID="{0C060BCE-7A57-4CDB-9FA4-950757CD5631}" presName="Name0" presStyleCnt="0">
        <dgm:presLayoutVars>
          <dgm:dir/>
          <dgm:animLvl val="lvl"/>
          <dgm:resizeHandles val="exact"/>
        </dgm:presLayoutVars>
      </dgm:prSet>
      <dgm:spPr/>
    </dgm:pt>
    <dgm:pt modelId="{FFD91109-EEAB-4828-BBF4-5545D7515A7B}" type="pres">
      <dgm:prSet presAssocID="{673F5AE1-699B-4ACF-8941-695A2B0B50D2}" presName="boxAndChildren" presStyleCnt="0"/>
      <dgm:spPr/>
    </dgm:pt>
    <dgm:pt modelId="{87FDD916-E984-4D17-ABA2-A70C945C7126}" type="pres">
      <dgm:prSet presAssocID="{673F5AE1-699B-4ACF-8941-695A2B0B50D2}" presName="parentTextBox" presStyleLbl="alignNode1" presStyleIdx="0" presStyleCnt="3"/>
      <dgm:spPr/>
    </dgm:pt>
    <dgm:pt modelId="{8F7F1A95-2E27-477C-BA71-F6FCBDBBFA90}" type="pres">
      <dgm:prSet presAssocID="{673F5AE1-699B-4ACF-8941-695A2B0B50D2}" presName="descendantBox" presStyleLbl="bgAccFollowNode1" presStyleIdx="0" presStyleCnt="3"/>
      <dgm:spPr/>
    </dgm:pt>
    <dgm:pt modelId="{C4456B74-3FC1-4C93-89C4-EA537117EE74}" type="pres">
      <dgm:prSet presAssocID="{DE939D75-5217-4CF9-BD36-BDC0E0665BB0}" presName="sp" presStyleCnt="0"/>
      <dgm:spPr/>
    </dgm:pt>
    <dgm:pt modelId="{0AF535DC-E964-4AA1-8037-23240CDB209D}" type="pres">
      <dgm:prSet presAssocID="{3E3DDBAA-F662-4D7B-B1B5-AB746A0A96B9}" presName="arrowAndChildren" presStyleCnt="0"/>
      <dgm:spPr/>
    </dgm:pt>
    <dgm:pt modelId="{5B58B526-6CAE-4087-B2B3-5EA4DCBE7181}" type="pres">
      <dgm:prSet presAssocID="{3E3DDBAA-F662-4D7B-B1B5-AB746A0A96B9}" presName="parentTextArrow" presStyleLbl="node1" presStyleIdx="0" presStyleCnt="0"/>
      <dgm:spPr/>
    </dgm:pt>
    <dgm:pt modelId="{B1108439-7A43-4AB2-895F-B747288DE32E}" type="pres">
      <dgm:prSet presAssocID="{3E3DDBAA-F662-4D7B-B1B5-AB746A0A96B9}" presName="arrow" presStyleLbl="alignNode1" presStyleIdx="1" presStyleCnt="3"/>
      <dgm:spPr/>
    </dgm:pt>
    <dgm:pt modelId="{245E70E5-FEE7-4E2B-8DED-007C117A90B8}" type="pres">
      <dgm:prSet presAssocID="{3E3DDBAA-F662-4D7B-B1B5-AB746A0A96B9}" presName="descendantArrow" presStyleLbl="bgAccFollowNode1" presStyleIdx="1" presStyleCnt="3"/>
      <dgm:spPr/>
    </dgm:pt>
    <dgm:pt modelId="{6BED0583-ECF9-4588-9F1A-C237DB837C7B}" type="pres">
      <dgm:prSet presAssocID="{60E3E7C9-055C-43F4-9A8B-C09455BE29EE}" presName="sp" presStyleCnt="0"/>
      <dgm:spPr/>
    </dgm:pt>
    <dgm:pt modelId="{53F52B5B-23E9-4390-85EE-85529E9FCA61}" type="pres">
      <dgm:prSet presAssocID="{E57F4869-1846-42B4-AEEA-4D457E75D2D1}" presName="arrowAndChildren" presStyleCnt="0"/>
      <dgm:spPr/>
    </dgm:pt>
    <dgm:pt modelId="{F3FE93A4-1A03-4533-AB5D-1436EA0197A0}" type="pres">
      <dgm:prSet presAssocID="{E57F4869-1846-42B4-AEEA-4D457E75D2D1}" presName="parentTextArrow" presStyleLbl="node1" presStyleIdx="0" presStyleCnt="0"/>
      <dgm:spPr/>
    </dgm:pt>
    <dgm:pt modelId="{DF1F3812-E6A3-4153-8925-62C04A1BDA6F}" type="pres">
      <dgm:prSet presAssocID="{E57F4869-1846-42B4-AEEA-4D457E75D2D1}" presName="arrow" presStyleLbl="alignNode1" presStyleIdx="2" presStyleCnt="3"/>
      <dgm:spPr/>
    </dgm:pt>
    <dgm:pt modelId="{AD871CEC-1EF5-4D4B-BB1E-DF01B8CA9881}" type="pres">
      <dgm:prSet presAssocID="{E57F4869-1846-42B4-AEEA-4D457E75D2D1}" presName="descendantArrow" presStyleLbl="bgAccFollowNode1" presStyleIdx="2" presStyleCnt="3"/>
      <dgm:spPr/>
    </dgm:pt>
  </dgm:ptLst>
  <dgm:cxnLst>
    <dgm:cxn modelId="{4CE4CC05-3237-4476-903D-EAB8D08C21CD}" type="presOf" srcId="{E57F4869-1846-42B4-AEEA-4D457E75D2D1}" destId="{DF1F3812-E6A3-4153-8925-62C04A1BDA6F}" srcOrd="1" destOrd="0" presId="urn:microsoft.com/office/officeart/2016/7/layout/VerticalDownArrowProcess"/>
    <dgm:cxn modelId="{A009230D-952B-4AB2-976C-F7D8A0646BF2}" srcId="{0031435B-DCEC-4ED4-AE49-2C9660D9916E}" destId="{C8710D77-6C93-4982-9A80-5091E5F6EECB}" srcOrd="2" destOrd="0" parTransId="{9273C0CF-339B-41F1-9CAB-898B3E9ACC20}" sibTransId="{16851C44-C14B-4A8F-AE7D-CC2B969BAEE2}"/>
    <dgm:cxn modelId="{BF228514-0D7F-45A5-B12E-EEEF26A6DB6D}" type="presOf" srcId="{A538C0A5-E5CE-41B5-96C0-E2803C4D42AF}" destId="{8F7F1A95-2E27-477C-BA71-F6FCBDBBFA90}" srcOrd="0" destOrd="2" presId="urn:microsoft.com/office/officeart/2016/7/layout/VerticalDownArrowProcess"/>
    <dgm:cxn modelId="{1CB32720-BA14-4256-9CE4-33F75DA84CC9}" type="presOf" srcId="{0C060BCE-7A57-4CDB-9FA4-950757CD5631}" destId="{7070108E-320A-4183-8D0C-23117C42BB01}" srcOrd="0" destOrd="0" presId="urn:microsoft.com/office/officeart/2016/7/layout/VerticalDownArrowProcess"/>
    <dgm:cxn modelId="{A9E12B25-20CF-472E-AEC8-B478B324AF30}" type="presOf" srcId="{3E3DDBAA-F662-4D7B-B1B5-AB746A0A96B9}" destId="{5B58B526-6CAE-4087-B2B3-5EA4DCBE7181}" srcOrd="0" destOrd="0" presId="urn:microsoft.com/office/officeart/2016/7/layout/VerticalDownArrowProcess"/>
    <dgm:cxn modelId="{9D717660-B3E2-4AD1-BF95-9D202F58062B}" srcId="{0031435B-DCEC-4ED4-AE49-2C9660D9916E}" destId="{15D273FB-13AA-49F6-9698-CC6C1AAF0B9E}" srcOrd="1" destOrd="0" parTransId="{0B03598F-DB59-46B4-8DCF-ACAB6A083B12}" sibTransId="{520726E8-0796-4A96-95A5-978701B46DFB}"/>
    <dgm:cxn modelId="{0ACCB362-0B71-46C5-9CAE-295B61E9C40D}" type="presOf" srcId="{71E203F6-21A7-47EB-B295-6E5B606426B6}" destId="{245E70E5-FEE7-4E2B-8DED-007C117A90B8}" srcOrd="0" destOrd="1" presId="urn:microsoft.com/office/officeart/2016/7/layout/VerticalDownArrowProcess"/>
    <dgm:cxn modelId="{1609FB48-7BB0-4FB2-B290-3C9A793532E8}" type="presOf" srcId="{673F5AE1-699B-4ACF-8941-695A2B0B50D2}" destId="{87FDD916-E984-4D17-ABA2-A70C945C7126}" srcOrd="0" destOrd="0" presId="urn:microsoft.com/office/officeart/2016/7/layout/VerticalDownArrowProcess"/>
    <dgm:cxn modelId="{A8B77D4D-44CD-4B26-BC7B-8DEEC62522B1}" type="presOf" srcId="{D04F7935-67C6-48DA-8A64-C14942DF3A59}" destId="{AD871CEC-1EF5-4D4B-BB1E-DF01B8CA9881}" srcOrd="0" destOrd="2" presId="urn:microsoft.com/office/officeart/2016/7/layout/VerticalDownArrowProcess"/>
    <dgm:cxn modelId="{F6047D51-C437-4629-B9E0-C77F4DEA4A54}" srcId="{673F5AE1-699B-4ACF-8941-695A2B0B50D2}" destId="{2F3D92CF-B2BF-4CD3-9D34-CC885393B49E}" srcOrd="0" destOrd="0" parTransId="{BB26A8A0-F8F6-482D-AE99-606CE0D5C35E}" sibTransId="{A1C1C243-E50D-46BB-95C9-41A05C539AF3}"/>
    <dgm:cxn modelId="{3AC2A076-2A92-4FD7-860C-8BFE55F7F673}" type="presOf" srcId="{2F3D92CF-B2BF-4CD3-9D34-CC885393B49E}" destId="{8F7F1A95-2E27-477C-BA71-F6FCBDBBFA90}" srcOrd="0" destOrd="0" presId="urn:microsoft.com/office/officeart/2016/7/layout/VerticalDownArrowProcess"/>
    <dgm:cxn modelId="{1CF6CE76-B76A-4645-B2C9-4473DC50B138}" srcId="{0C060BCE-7A57-4CDB-9FA4-950757CD5631}" destId="{3E3DDBAA-F662-4D7B-B1B5-AB746A0A96B9}" srcOrd="1" destOrd="0" parTransId="{21FED9B4-1708-49F4-8D65-6C84D23F6EFC}" sibTransId="{DE939D75-5217-4CF9-BD36-BDC0E0665BB0}"/>
    <dgm:cxn modelId="{CCCE8E57-52ED-4F18-9FE9-FF701E0D2042}" srcId="{3DEAEA8E-3024-4922-B9B1-3857942A306B}" destId="{D04F7935-67C6-48DA-8A64-C14942DF3A59}" srcOrd="1" destOrd="0" parTransId="{02E0FDF4-64C8-4E56-9996-D5E598DF99F9}" sibTransId="{26FF9D93-C956-4335-BC32-F13261F3EDE6}"/>
    <dgm:cxn modelId="{0F03617C-A963-4FF9-BFF4-02797785E757}" srcId="{2F3D92CF-B2BF-4CD3-9D34-CC885393B49E}" destId="{E0DD9245-64A1-4D0F-9A14-2B8F8E8743BB}" srcOrd="0" destOrd="0" parTransId="{A22C9279-97CE-4A20-BB6A-113D21C75676}" sibTransId="{BD06C6BD-A416-4B15-89E4-167276675BAA}"/>
    <dgm:cxn modelId="{BFB86183-457B-4EC6-81AD-BEEAEAC43E17}" type="presOf" srcId="{15D273FB-13AA-49F6-9698-CC6C1AAF0B9E}" destId="{245E70E5-FEE7-4E2B-8DED-007C117A90B8}" srcOrd="0" destOrd="2" presId="urn:microsoft.com/office/officeart/2016/7/layout/VerticalDownArrowProcess"/>
    <dgm:cxn modelId="{4A9EBC8D-05C6-4FD8-A1D2-EC131118B0D6}" srcId="{2F3D92CF-B2BF-4CD3-9D34-CC885393B49E}" destId="{A538C0A5-E5CE-41B5-96C0-E2803C4D42AF}" srcOrd="1" destOrd="0" parTransId="{36CC8575-681A-4E43-BC49-EE7359129899}" sibTransId="{BDAB50FE-4F08-4CE9-B2EE-1020FB8EC883}"/>
    <dgm:cxn modelId="{339D3394-2371-44BC-B017-337E615DF95A}" type="presOf" srcId="{3DEAEA8E-3024-4922-B9B1-3857942A306B}" destId="{AD871CEC-1EF5-4D4B-BB1E-DF01B8CA9881}" srcOrd="0" destOrd="0" presId="urn:microsoft.com/office/officeart/2016/7/layout/VerticalDownArrowProcess"/>
    <dgm:cxn modelId="{59DF0598-D8CD-4394-8B6F-DF9C98B8794B}" type="presOf" srcId="{C8710D77-6C93-4982-9A80-5091E5F6EECB}" destId="{245E70E5-FEE7-4E2B-8DED-007C117A90B8}" srcOrd="0" destOrd="3" presId="urn:microsoft.com/office/officeart/2016/7/layout/VerticalDownArrowProcess"/>
    <dgm:cxn modelId="{8AF4CA9B-949D-4976-8EFB-E8E45C704D0B}" srcId="{0031435B-DCEC-4ED4-AE49-2C9660D9916E}" destId="{71E203F6-21A7-47EB-B295-6E5B606426B6}" srcOrd="0" destOrd="0" parTransId="{F0F56E7B-BC8F-4205-9CD4-C93129C8514A}" sibTransId="{D0874EA0-676B-472B-BE41-E5111BEF06AA}"/>
    <dgm:cxn modelId="{C27270A3-1EC3-4FE9-972B-7EBF2E0D03B6}" srcId="{3DEAEA8E-3024-4922-B9B1-3857942A306B}" destId="{E89E13E4-6C0C-4BA0-BBB6-0ACB4F53D661}" srcOrd="0" destOrd="0" parTransId="{C7E6EDAD-C5F6-400E-89F7-0A67E91AD560}" sibTransId="{15148718-AD36-456A-AC72-5EF98A1C1921}"/>
    <dgm:cxn modelId="{5BB377A5-631F-4FE8-93FA-D3309F3C8262}" type="presOf" srcId="{0031435B-DCEC-4ED4-AE49-2C9660D9916E}" destId="{245E70E5-FEE7-4E2B-8DED-007C117A90B8}" srcOrd="0" destOrd="0" presId="urn:microsoft.com/office/officeart/2016/7/layout/VerticalDownArrowProcess"/>
    <dgm:cxn modelId="{475874B0-CAEC-4BB4-88AA-78F5BA7201FD}" type="presOf" srcId="{E57F4869-1846-42B4-AEEA-4D457E75D2D1}" destId="{F3FE93A4-1A03-4533-AB5D-1436EA0197A0}" srcOrd="0" destOrd="0" presId="urn:microsoft.com/office/officeart/2016/7/layout/VerticalDownArrowProcess"/>
    <dgm:cxn modelId="{FCD014C3-BD33-4798-8A8C-6AF95830862D}" srcId="{E57F4869-1846-42B4-AEEA-4D457E75D2D1}" destId="{3DEAEA8E-3024-4922-B9B1-3857942A306B}" srcOrd="0" destOrd="0" parTransId="{70C3502F-00B2-4735-ADE7-58B28707A15C}" sibTransId="{669E5B4D-D1DE-416B-9253-50A3B391E2E9}"/>
    <dgm:cxn modelId="{28AF6DD0-6513-4155-BEBC-A049FCDA8DB0}" srcId="{0C060BCE-7A57-4CDB-9FA4-950757CD5631}" destId="{673F5AE1-699B-4ACF-8941-695A2B0B50D2}" srcOrd="2" destOrd="0" parTransId="{7AC12A22-6536-4E9B-80FD-C90950117815}" sibTransId="{AAD1D2D9-E6A6-43D6-8442-E2FC8576AB9D}"/>
    <dgm:cxn modelId="{F01AA2D1-473E-464D-95C5-FBE37D3DD9F6}" srcId="{0C060BCE-7A57-4CDB-9FA4-950757CD5631}" destId="{E57F4869-1846-42B4-AEEA-4D457E75D2D1}" srcOrd="0" destOrd="0" parTransId="{82173B8E-2059-4600-A459-1468D2253766}" sibTransId="{60E3E7C9-055C-43F4-9A8B-C09455BE29EE}"/>
    <dgm:cxn modelId="{229A34D3-5130-45BF-914D-806FFEB4B976}" type="presOf" srcId="{E0DD9245-64A1-4D0F-9A14-2B8F8E8743BB}" destId="{8F7F1A95-2E27-477C-BA71-F6FCBDBBFA90}" srcOrd="0" destOrd="1" presId="urn:microsoft.com/office/officeart/2016/7/layout/VerticalDownArrowProcess"/>
    <dgm:cxn modelId="{8EB29DDC-6690-4374-B235-27796E9FF1A5}" type="presOf" srcId="{E89E13E4-6C0C-4BA0-BBB6-0ACB4F53D661}" destId="{AD871CEC-1EF5-4D4B-BB1E-DF01B8CA9881}" srcOrd="0" destOrd="1" presId="urn:microsoft.com/office/officeart/2016/7/layout/VerticalDownArrowProcess"/>
    <dgm:cxn modelId="{5EC4FEE8-71AE-46E5-9C68-8DE077DE554C}" type="presOf" srcId="{3E3DDBAA-F662-4D7B-B1B5-AB746A0A96B9}" destId="{B1108439-7A43-4AB2-895F-B747288DE32E}" srcOrd="1" destOrd="0" presId="urn:microsoft.com/office/officeart/2016/7/layout/VerticalDownArrowProcess"/>
    <dgm:cxn modelId="{EF3C7BE9-8E68-47FF-9BE2-503F45F26502}" srcId="{3E3DDBAA-F662-4D7B-B1B5-AB746A0A96B9}" destId="{0031435B-DCEC-4ED4-AE49-2C9660D9916E}" srcOrd="0" destOrd="0" parTransId="{13AF43A0-210E-4D82-8A98-DFE2D4310DE4}" sibTransId="{A95D117E-F5DD-4DBF-82B3-B8C8CF6E9C05}"/>
    <dgm:cxn modelId="{A74B71FC-112B-4D45-B7E5-E722280E076D}" type="presParOf" srcId="{7070108E-320A-4183-8D0C-23117C42BB01}" destId="{FFD91109-EEAB-4828-BBF4-5545D7515A7B}" srcOrd="0" destOrd="0" presId="urn:microsoft.com/office/officeart/2016/7/layout/VerticalDownArrowProcess"/>
    <dgm:cxn modelId="{5A3E1A69-5075-47E4-8C3E-E455D576F53C}" type="presParOf" srcId="{FFD91109-EEAB-4828-BBF4-5545D7515A7B}" destId="{87FDD916-E984-4D17-ABA2-A70C945C7126}" srcOrd="0" destOrd="0" presId="urn:microsoft.com/office/officeart/2016/7/layout/VerticalDownArrowProcess"/>
    <dgm:cxn modelId="{1B9B151D-27B2-4C5E-B417-36AF7F2DE4F0}" type="presParOf" srcId="{FFD91109-EEAB-4828-BBF4-5545D7515A7B}" destId="{8F7F1A95-2E27-477C-BA71-F6FCBDBBFA90}" srcOrd="1" destOrd="0" presId="urn:microsoft.com/office/officeart/2016/7/layout/VerticalDownArrowProcess"/>
    <dgm:cxn modelId="{D2553D89-A7AF-421E-B665-EE67D3055494}" type="presParOf" srcId="{7070108E-320A-4183-8D0C-23117C42BB01}" destId="{C4456B74-3FC1-4C93-89C4-EA537117EE74}" srcOrd="1" destOrd="0" presId="urn:microsoft.com/office/officeart/2016/7/layout/VerticalDownArrowProcess"/>
    <dgm:cxn modelId="{A2744252-8E77-45E8-A2D7-6FE6F0D7A170}" type="presParOf" srcId="{7070108E-320A-4183-8D0C-23117C42BB01}" destId="{0AF535DC-E964-4AA1-8037-23240CDB209D}" srcOrd="2" destOrd="0" presId="urn:microsoft.com/office/officeart/2016/7/layout/VerticalDownArrowProcess"/>
    <dgm:cxn modelId="{4960A219-36E9-4FDB-A6EA-9DD6BFB67919}" type="presParOf" srcId="{0AF535DC-E964-4AA1-8037-23240CDB209D}" destId="{5B58B526-6CAE-4087-B2B3-5EA4DCBE7181}" srcOrd="0" destOrd="0" presId="urn:microsoft.com/office/officeart/2016/7/layout/VerticalDownArrowProcess"/>
    <dgm:cxn modelId="{BA7B57B0-308A-4F24-BBA2-46E3E5B1026D}" type="presParOf" srcId="{0AF535DC-E964-4AA1-8037-23240CDB209D}" destId="{B1108439-7A43-4AB2-895F-B747288DE32E}" srcOrd="1" destOrd="0" presId="urn:microsoft.com/office/officeart/2016/7/layout/VerticalDownArrowProcess"/>
    <dgm:cxn modelId="{33E63CF6-7889-48B5-9692-8B888422B487}" type="presParOf" srcId="{0AF535DC-E964-4AA1-8037-23240CDB209D}" destId="{245E70E5-FEE7-4E2B-8DED-007C117A90B8}" srcOrd="2" destOrd="0" presId="urn:microsoft.com/office/officeart/2016/7/layout/VerticalDownArrowProcess"/>
    <dgm:cxn modelId="{CD3A36B4-DA7D-4722-9818-B16DCAFF16E3}" type="presParOf" srcId="{7070108E-320A-4183-8D0C-23117C42BB01}" destId="{6BED0583-ECF9-4588-9F1A-C237DB837C7B}" srcOrd="3" destOrd="0" presId="urn:microsoft.com/office/officeart/2016/7/layout/VerticalDownArrowProcess"/>
    <dgm:cxn modelId="{542AD87C-5F6D-40CE-B9BF-9F0B2762C606}" type="presParOf" srcId="{7070108E-320A-4183-8D0C-23117C42BB01}" destId="{53F52B5B-23E9-4390-85EE-85529E9FCA61}" srcOrd="4" destOrd="0" presId="urn:microsoft.com/office/officeart/2016/7/layout/VerticalDownArrowProcess"/>
    <dgm:cxn modelId="{A7FB7403-31B3-48B1-BF97-07CB0C394447}" type="presParOf" srcId="{53F52B5B-23E9-4390-85EE-85529E9FCA61}" destId="{F3FE93A4-1A03-4533-AB5D-1436EA0197A0}" srcOrd="0" destOrd="0" presId="urn:microsoft.com/office/officeart/2016/7/layout/VerticalDownArrowProcess"/>
    <dgm:cxn modelId="{56AA3419-7399-4DA7-A020-8816A99CA5C7}" type="presParOf" srcId="{53F52B5B-23E9-4390-85EE-85529E9FCA61}" destId="{DF1F3812-E6A3-4153-8925-62C04A1BDA6F}" srcOrd="1" destOrd="0" presId="urn:microsoft.com/office/officeart/2016/7/layout/VerticalDownArrowProcess"/>
    <dgm:cxn modelId="{81E0CF3D-EE10-4B67-9A53-AF5EDC01A152}" type="presParOf" srcId="{53F52B5B-23E9-4390-85EE-85529E9FCA61}" destId="{AD871CEC-1EF5-4D4B-BB1E-DF01B8CA9881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796C50B-508C-47EE-B9C0-D272DF43E1EC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CE244731-EE3B-4B24-BC08-497257ECA290}">
      <dgm:prSet/>
      <dgm:spPr/>
      <dgm:t>
        <a:bodyPr/>
        <a:lstStyle/>
        <a:p>
          <a:r>
            <a:rPr lang="en-US"/>
            <a:t>Dynamic Content Loading – Amazon uses JavaScript to load product data, which Power BI’s Web Connector cannot process.</a:t>
          </a:r>
        </a:p>
      </dgm:t>
    </dgm:pt>
    <dgm:pt modelId="{BA6259B0-5635-48D7-9032-C0A7630C51B1}" type="parTrans" cxnId="{B5F35B33-9BA2-4D88-BE23-5DBB02AF2DDC}">
      <dgm:prSet/>
      <dgm:spPr/>
      <dgm:t>
        <a:bodyPr/>
        <a:lstStyle/>
        <a:p>
          <a:endParaRPr lang="en-US"/>
        </a:p>
      </dgm:t>
    </dgm:pt>
    <dgm:pt modelId="{5D2BFBC8-7998-43FF-A74A-A0BD30D41BA9}" type="sibTrans" cxnId="{B5F35B33-9BA2-4D88-BE23-5DBB02AF2DDC}">
      <dgm:prSet/>
      <dgm:spPr/>
      <dgm:t>
        <a:bodyPr/>
        <a:lstStyle/>
        <a:p>
          <a:endParaRPr lang="en-US"/>
        </a:p>
      </dgm:t>
    </dgm:pt>
    <dgm:pt modelId="{01856E05-B3ED-4F77-9440-A5D0C7FE668B}">
      <dgm:prSet/>
      <dgm:spPr/>
      <dgm:t>
        <a:bodyPr/>
        <a:lstStyle/>
        <a:p>
          <a:r>
            <a:rPr lang="en-US"/>
            <a:t>Missing Data – Required columns were not retrieved due to content being loaded asynchronously.</a:t>
          </a:r>
        </a:p>
      </dgm:t>
    </dgm:pt>
    <dgm:pt modelId="{20FA8DC7-DA4B-4B3F-87A4-FDA89A1AD499}" type="parTrans" cxnId="{EC26C28E-333D-4B10-BF8C-6E1A252B463C}">
      <dgm:prSet/>
      <dgm:spPr/>
      <dgm:t>
        <a:bodyPr/>
        <a:lstStyle/>
        <a:p>
          <a:endParaRPr lang="en-US"/>
        </a:p>
      </dgm:t>
    </dgm:pt>
    <dgm:pt modelId="{DFA265C9-ECBF-4D77-A582-EA6E6B68224C}" type="sibTrans" cxnId="{EC26C28E-333D-4B10-BF8C-6E1A252B463C}">
      <dgm:prSet/>
      <dgm:spPr/>
      <dgm:t>
        <a:bodyPr/>
        <a:lstStyle/>
        <a:p>
          <a:endParaRPr lang="en-US"/>
        </a:p>
      </dgm:t>
    </dgm:pt>
    <dgm:pt modelId="{C1634581-E323-4073-B501-A32CD8D66A68}">
      <dgm:prSet/>
      <dgm:spPr/>
      <dgm:t>
        <a:bodyPr/>
        <a:lstStyle/>
        <a:p>
          <a:r>
            <a:rPr lang="en-US"/>
            <a:t>Anti-Scraping Measures – Amazon has strict protections that block direct data extraction.</a:t>
          </a:r>
        </a:p>
      </dgm:t>
    </dgm:pt>
    <dgm:pt modelId="{D66F2792-17C5-48D4-9553-0AEE3C0BF0CD}" type="parTrans" cxnId="{FC869058-29EA-4C52-B659-BE8C7698F87E}">
      <dgm:prSet/>
      <dgm:spPr/>
      <dgm:t>
        <a:bodyPr/>
        <a:lstStyle/>
        <a:p>
          <a:endParaRPr lang="en-US"/>
        </a:p>
      </dgm:t>
    </dgm:pt>
    <dgm:pt modelId="{AA71ED6C-6FEE-4D91-87A4-1D8A1F0C6377}" type="sibTrans" cxnId="{FC869058-29EA-4C52-B659-BE8C7698F87E}">
      <dgm:prSet/>
      <dgm:spPr/>
      <dgm:t>
        <a:bodyPr/>
        <a:lstStyle/>
        <a:p>
          <a:endParaRPr lang="en-US"/>
        </a:p>
      </dgm:t>
    </dgm:pt>
    <dgm:pt modelId="{6BB5A897-D8C2-4CEC-9952-83C1E4301133}">
      <dgm:prSet/>
      <dgm:spPr/>
      <dgm:t>
        <a:bodyPr/>
        <a:lstStyle/>
        <a:p>
          <a:r>
            <a:rPr lang="en-US"/>
            <a:t>Power BI Limitations – It only extracts static HTML tables and does not support JavaScript-rendered content.</a:t>
          </a:r>
        </a:p>
      </dgm:t>
    </dgm:pt>
    <dgm:pt modelId="{08BFA035-47BD-49A9-A6A8-630E611D30EF}" type="parTrans" cxnId="{02D67967-10B3-4D29-8EEB-9A03420A1391}">
      <dgm:prSet/>
      <dgm:spPr/>
      <dgm:t>
        <a:bodyPr/>
        <a:lstStyle/>
        <a:p>
          <a:endParaRPr lang="en-US"/>
        </a:p>
      </dgm:t>
    </dgm:pt>
    <dgm:pt modelId="{0369A1F5-B3E7-43B5-A05E-2CC73DADF741}" type="sibTrans" cxnId="{02D67967-10B3-4D29-8EEB-9A03420A1391}">
      <dgm:prSet/>
      <dgm:spPr/>
      <dgm:t>
        <a:bodyPr/>
        <a:lstStyle/>
        <a:p>
          <a:endParaRPr lang="en-US"/>
        </a:p>
      </dgm:t>
    </dgm:pt>
    <dgm:pt modelId="{39C44501-DBDF-4807-B134-EAFF019B08B2}" type="pres">
      <dgm:prSet presAssocID="{5796C50B-508C-47EE-B9C0-D272DF43E1EC}" presName="vert0" presStyleCnt="0">
        <dgm:presLayoutVars>
          <dgm:dir/>
          <dgm:animOne val="branch"/>
          <dgm:animLvl val="lvl"/>
        </dgm:presLayoutVars>
      </dgm:prSet>
      <dgm:spPr/>
    </dgm:pt>
    <dgm:pt modelId="{67A2AF38-B09B-480C-96A3-891FA7E5E58E}" type="pres">
      <dgm:prSet presAssocID="{CE244731-EE3B-4B24-BC08-497257ECA290}" presName="thickLine" presStyleLbl="alignNode1" presStyleIdx="0" presStyleCnt="4"/>
      <dgm:spPr/>
    </dgm:pt>
    <dgm:pt modelId="{2B975A3E-0E80-4229-94D0-150B5608A206}" type="pres">
      <dgm:prSet presAssocID="{CE244731-EE3B-4B24-BC08-497257ECA290}" presName="horz1" presStyleCnt="0"/>
      <dgm:spPr/>
    </dgm:pt>
    <dgm:pt modelId="{B0B49DBB-407E-4DD9-BB9B-83CF24736126}" type="pres">
      <dgm:prSet presAssocID="{CE244731-EE3B-4B24-BC08-497257ECA290}" presName="tx1" presStyleLbl="revTx" presStyleIdx="0" presStyleCnt="4"/>
      <dgm:spPr/>
    </dgm:pt>
    <dgm:pt modelId="{569DDBF7-8ABE-4A46-B377-3AF81C88FB20}" type="pres">
      <dgm:prSet presAssocID="{CE244731-EE3B-4B24-BC08-497257ECA290}" presName="vert1" presStyleCnt="0"/>
      <dgm:spPr/>
    </dgm:pt>
    <dgm:pt modelId="{7E3BDF49-6CE6-425F-8863-D9A1FDF4BC1C}" type="pres">
      <dgm:prSet presAssocID="{01856E05-B3ED-4F77-9440-A5D0C7FE668B}" presName="thickLine" presStyleLbl="alignNode1" presStyleIdx="1" presStyleCnt="4"/>
      <dgm:spPr/>
    </dgm:pt>
    <dgm:pt modelId="{B725C1D2-4F1D-4B21-B308-CE6EFB79088A}" type="pres">
      <dgm:prSet presAssocID="{01856E05-B3ED-4F77-9440-A5D0C7FE668B}" presName="horz1" presStyleCnt="0"/>
      <dgm:spPr/>
    </dgm:pt>
    <dgm:pt modelId="{AD35E76B-CE8D-480B-9EBB-73F9D6DA232A}" type="pres">
      <dgm:prSet presAssocID="{01856E05-B3ED-4F77-9440-A5D0C7FE668B}" presName="tx1" presStyleLbl="revTx" presStyleIdx="1" presStyleCnt="4"/>
      <dgm:spPr/>
    </dgm:pt>
    <dgm:pt modelId="{64D9A2DD-E88A-4E1C-B748-2E1804AD7802}" type="pres">
      <dgm:prSet presAssocID="{01856E05-B3ED-4F77-9440-A5D0C7FE668B}" presName="vert1" presStyleCnt="0"/>
      <dgm:spPr/>
    </dgm:pt>
    <dgm:pt modelId="{D07E09D4-1118-437B-BB7B-8EF944D29253}" type="pres">
      <dgm:prSet presAssocID="{C1634581-E323-4073-B501-A32CD8D66A68}" presName="thickLine" presStyleLbl="alignNode1" presStyleIdx="2" presStyleCnt="4"/>
      <dgm:spPr/>
    </dgm:pt>
    <dgm:pt modelId="{6FC07552-A8BA-4EFD-B908-48C6B77FFD7A}" type="pres">
      <dgm:prSet presAssocID="{C1634581-E323-4073-B501-A32CD8D66A68}" presName="horz1" presStyleCnt="0"/>
      <dgm:spPr/>
    </dgm:pt>
    <dgm:pt modelId="{A81E9F45-3B9B-4038-951B-7061BCEF875D}" type="pres">
      <dgm:prSet presAssocID="{C1634581-E323-4073-B501-A32CD8D66A68}" presName="tx1" presStyleLbl="revTx" presStyleIdx="2" presStyleCnt="4"/>
      <dgm:spPr/>
    </dgm:pt>
    <dgm:pt modelId="{E96C1B6D-C75C-456D-A8BB-0D06E884997D}" type="pres">
      <dgm:prSet presAssocID="{C1634581-E323-4073-B501-A32CD8D66A68}" presName="vert1" presStyleCnt="0"/>
      <dgm:spPr/>
    </dgm:pt>
    <dgm:pt modelId="{10CB15F1-6AFF-451F-8686-3739EA1038D5}" type="pres">
      <dgm:prSet presAssocID="{6BB5A897-D8C2-4CEC-9952-83C1E4301133}" presName="thickLine" presStyleLbl="alignNode1" presStyleIdx="3" presStyleCnt="4"/>
      <dgm:spPr/>
    </dgm:pt>
    <dgm:pt modelId="{495D6E12-D48B-4E22-A44E-E49B95B27A37}" type="pres">
      <dgm:prSet presAssocID="{6BB5A897-D8C2-4CEC-9952-83C1E4301133}" presName="horz1" presStyleCnt="0"/>
      <dgm:spPr/>
    </dgm:pt>
    <dgm:pt modelId="{C9AA17B1-2F82-48AF-9625-FAE1A66F31A1}" type="pres">
      <dgm:prSet presAssocID="{6BB5A897-D8C2-4CEC-9952-83C1E4301133}" presName="tx1" presStyleLbl="revTx" presStyleIdx="3" presStyleCnt="4"/>
      <dgm:spPr/>
    </dgm:pt>
    <dgm:pt modelId="{17C24072-4B55-46EE-9224-659D59C496F0}" type="pres">
      <dgm:prSet presAssocID="{6BB5A897-D8C2-4CEC-9952-83C1E4301133}" presName="vert1" presStyleCnt="0"/>
      <dgm:spPr/>
    </dgm:pt>
  </dgm:ptLst>
  <dgm:cxnLst>
    <dgm:cxn modelId="{B5F35B33-9BA2-4D88-BE23-5DBB02AF2DDC}" srcId="{5796C50B-508C-47EE-B9C0-D272DF43E1EC}" destId="{CE244731-EE3B-4B24-BC08-497257ECA290}" srcOrd="0" destOrd="0" parTransId="{BA6259B0-5635-48D7-9032-C0A7630C51B1}" sibTransId="{5D2BFBC8-7998-43FF-A74A-A0BD30D41BA9}"/>
    <dgm:cxn modelId="{02D67967-10B3-4D29-8EEB-9A03420A1391}" srcId="{5796C50B-508C-47EE-B9C0-D272DF43E1EC}" destId="{6BB5A897-D8C2-4CEC-9952-83C1E4301133}" srcOrd="3" destOrd="0" parTransId="{08BFA035-47BD-49A9-A6A8-630E611D30EF}" sibTransId="{0369A1F5-B3E7-43B5-A05E-2CC73DADF741}"/>
    <dgm:cxn modelId="{7635F76F-A6FA-47B2-A116-D924B497EB64}" type="presOf" srcId="{C1634581-E323-4073-B501-A32CD8D66A68}" destId="{A81E9F45-3B9B-4038-951B-7061BCEF875D}" srcOrd="0" destOrd="0" presId="urn:microsoft.com/office/officeart/2008/layout/LinedList"/>
    <dgm:cxn modelId="{FC869058-29EA-4C52-B659-BE8C7698F87E}" srcId="{5796C50B-508C-47EE-B9C0-D272DF43E1EC}" destId="{C1634581-E323-4073-B501-A32CD8D66A68}" srcOrd="2" destOrd="0" parTransId="{D66F2792-17C5-48D4-9553-0AEE3C0BF0CD}" sibTransId="{AA71ED6C-6FEE-4D91-87A4-1D8A1F0C6377}"/>
    <dgm:cxn modelId="{EC26C28E-333D-4B10-BF8C-6E1A252B463C}" srcId="{5796C50B-508C-47EE-B9C0-D272DF43E1EC}" destId="{01856E05-B3ED-4F77-9440-A5D0C7FE668B}" srcOrd="1" destOrd="0" parTransId="{20FA8DC7-DA4B-4B3F-87A4-FDA89A1AD499}" sibTransId="{DFA265C9-ECBF-4D77-A582-EA6E6B68224C}"/>
    <dgm:cxn modelId="{5D04359F-75EE-496B-AEC0-52F290CE188D}" type="presOf" srcId="{5796C50B-508C-47EE-B9C0-D272DF43E1EC}" destId="{39C44501-DBDF-4807-B134-EAFF019B08B2}" srcOrd="0" destOrd="0" presId="urn:microsoft.com/office/officeart/2008/layout/LinedList"/>
    <dgm:cxn modelId="{EA8BB4B8-76E7-4425-9153-F18D88717BF5}" type="presOf" srcId="{CE244731-EE3B-4B24-BC08-497257ECA290}" destId="{B0B49DBB-407E-4DD9-BB9B-83CF24736126}" srcOrd="0" destOrd="0" presId="urn:microsoft.com/office/officeart/2008/layout/LinedList"/>
    <dgm:cxn modelId="{8C454FBB-011C-4BFB-9B56-00C6EE90792E}" type="presOf" srcId="{01856E05-B3ED-4F77-9440-A5D0C7FE668B}" destId="{AD35E76B-CE8D-480B-9EBB-73F9D6DA232A}" srcOrd="0" destOrd="0" presId="urn:microsoft.com/office/officeart/2008/layout/LinedList"/>
    <dgm:cxn modelId="{725626D5-12C9-42C2-9A85-EE9911F2E298}" type="presOf" srcId="{6BB5A897-D8C2-4CEC-9952-83C1E4301133}" destId="{C9AA17B1-2F82-48AF-9625-FAE1A66F31A1}" srcOrd="0" destOrd="0" presId="urn:microsoft.com/office/officeart/2008/layout/LinedList"/>
    <dgm:cxn modelId="{CEA5F521-CC72-481C-AEB5-ED8C08D7154E}" type="presParOf" srcId="{39C44501-DBDF-4807-B134-EAFF019B08B2}" destId="{67A2AF38-B09B-480C-96A3-891FA7E5E58E}" srcOrd="0" destOrd="0" presId="urn:microsoft.com/office/officeart/2008/layout/LinedList"/>
    <dgm:cxn modelId="{92C0CA77-92B1-41C1-A91E-3F26EA5F5A8C}" type="presParOf" srcId="{39C44501-DBDF-4807-B134-EAFF019B08B2}" destId="{2B975A3E-0E80-4229-94D0-150B5608A206}" srcOrd="1" destOrd="0" presId="urn:microsoft.com/office/officeart/2008/layout/LinedList"/>
    <dgm:cxn modelId="{84531D98-F8D3-4C76-812E-2168B97A8191}" type="presParOf" srcId="{2B975A3E-0E80-4229-94D0-150B5608A206}" destId="{B0B49DBB-407E-4DD9-BB9B-83CF24736126}" srcOrd="0" destOrd="0" presId="urn:microsoft.com/office/officeart/2008/layout/LinedList"/>
    <dgm:cxn modelId="{1BD5A2B6-5D21-4591-831E-97F5F9F475A9}" type="presParOf" srcId="{2B975A3E-0E80-4229-94D0-150B5608A206}" destId="{569DDBF7-8ABE-4A46-B377-3AF81C88FB20}" srcOrd="1" destOrd="0" presId="urn:microsoft.com/office/officeart/2008/layout/LinedList"/>
    <dgm:cxn modelId="{78504007-4184-4194-81F4-2A17B55D9F92}" type="presParOf" srcId="{39C44501-DBDF-4807-B134-EAFF019B08B2}" destId="{7E3BDF49-6CE6-425F-8863-D9A1FDF4BC1C}" srcOrd="2" destOrd="0" presId="urn:microsoft.com/office/officeart/2008/layout/LinedList"/>
    <dgm:cxn modelId="{02E1F4A0-B348-412A-A3A6-105EDF15D431}" type="presParOf" srcId="{39C44501-DBDF-4807-B134-EAFF019B08B2}" destId="{B725C1D2-4F1D-4B21-B308-CE6EFB79088A}" srcOrd="3" destOrd="0" presId="urn:microsoft.com/office/officeart/2008/layout/LinedList"/>
    <dgm:cxn modelId="{4844CDA2-E15C-44B4-A551-DEE75DE94DCC}" type="presParOf" srcId="{B725C1D2-4F1D-4B21-B308-CE6EFB79088A}" destId="{AD35E76B-CE8D-480B-9EBB-73F9D6DA232A}" srcOrd="0" destOrd="0" presId="urn:microsoft.com/office/officeart/2008/layout/LinedList"/>
    <dgm:cxn modelId="{B6A5AA0E-BF6B-44E9-A097-475EC525E2B0}" type="presParOf" srcId="{B725C1D2-4F1D-4B21-B308-CE6EFB79088A}" destId="{64D9A2DD-E88A-4E1C-B748-2E1804AD7802}" srcOrd="1" destOrd="0" presId="urn:microsoft.com/office/officeart/2008/layout/LinedList"/>
    <dgm:cxn modelId="{3DF8F7FA-22E7-4393-A357-305B9CE0571E}" type="presParOf" srcId="{39C44501-DBDF-4807-B134-EAFF019B08B2}" destId="{D07E09D4-1118-437B-BB7B-8EF944D29253}" srcOrd="4" destOrd="0" presId="urn:microsoft.com/office/officeart/2008/layout/LinedList"/>
    <dgm:cxn modelId="{8D8FEF5F-06BB-436A-AD4F-A64FF858284F}" type="presParOf" srcId="{39C44501-DBDF-4807-B134-EAFF019B08B2}" destId="{6FC07552-A8BA-4EFD-B908-48C6B77FFD7A}" srcOrd="5" destOrd="0" presId="urn:microsoft.com/office/officeart/2008/layout/LinedList"/>
    <dgm:cxn modelId="{DE213BF0-8B41-4B47-8B63-D59C2F5DB28F}" type="presParOf" srcId="{6FC07552-A8BA-4EFD-B908-48C6B77FFD7A}" destId="{A81E9F45-3B9B-4038-951B-7061BCEF875D}" srcOrd="0" destOrd="0" presId="urn:microsoft.com/office/officeart/2008/layout/LinedList"/>
    <dgm:cxn modelId="{60201531-CF6E-434A-9CF9-007326DE8B2C}" type="presParOf" srcId="{6FC07552-A8BA-4EFD-B908-48C6B77FFD7A}" destId="{E96C1B6D-C75C-456D-A8BB-0D06E884997D}" srcOrd="1" destOrd="0" presId="urn:microsoft.com/office/officeart/2008/layout/LinedList"/>
    <dgm:cxn modelId="{FBBDCE02-DAED-435E-BD37-3786DB0383E2}" type="presParOf" srcId="{39C44501-DBDF-4807-B134-EAFF019B08B2}" destId="{10CB15F1-6AFF-451F-8686-3739EA1038D5}" srcOrd="6" destOrd="0" presId="urn:microsoft.com/office/officeart/2008/layout/LinedList"/>
    <dgm:cxn modelId="{26C5522F-D7FB-41C4-923E-73229B8881DE}" type="presParOf" srcId="{39C44501-DBDF-4807-B134-EAFF019B08B2}" destId="{495D6E12-D48B-4E22-A44E-E49B95B27A37}" srcOrd="7" destOrd="0" presId="urn:microsoft.com/office/officeart/2008/layout/LinedList"/>
    <dgm:cxn modelId="{EAB5AA3B-F053-456C-84E9-E0074CFC84D7}" type="presParOf" srcId="{495D6E12-D48B-4E22-A44E-E49B95B27A37}" destId="{C9AA17B1-2F82-48AF-9625-FAE1A66F31A1}" srcOrd="0" destOrd="0" presId="urn:microsoft.com/office/officeart/2008/layout/LinedList"/>
    <dgm:cxn modelId="{1CF6452B-3D95-44E4-8889-FBDC1DA13922}" type="presParOf" srcId="{495D6E12-D48B-4E22-A44E-E49B95B27A37}" destId="{17C24072-4B55-46EE-9224-659D59C496F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DCBEA4-3F9D-43C2-8550-AC91436911B5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494025-0F34-4E05-A645-F16B3DC2A505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Fetch Webpage Content</a:t>
          </a:r>
          <a:r>
            <a:rPr lang="en-US" sz="1200" kern="1200"/>
            <a:t>: Use the requests or urllib library to send an HTTP request and retrieve the raw HTML. </a:t>
          </a:r>
        </a:p>
      </dsp:txBody>
      <dsp:txXfrm>
        <a:off x="78583" y="2435142"/>
        <a:ext cx="2399612" cy="720000"/>
      </dsp:txXfrm>
    </dsp:sp>
    <dsp:sp modelId="{E9AB3F30-42DF-46CF-818B-34CA42505FBA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29C90D-5E31-4720-AC49-693E5FC6B320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Parse HTML Data</a:t>
          </a:r>
          <a:r>
            <a:rPr lang="en-US" sz="1200" kern="1200"/>
            <a:t>: Convert the raw HTML into a structured format using BeautifulSoup. </a:t>
          </a:r>
        </a:p>
      </dsp:txBody>
      <dsp:txXfrm>
        <a:off x="2898129" y="2435142"/>
        <a:ext cx="2399612" cy="720000"/>
      </dsp:txXfrm>
    </dsp:sp>
    <dsp:sp modelId="{D4C0A7E4-C786-4F48-82D1-86BDF9DE095D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57000A-D525-4396-8115-2CD71354F6F1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Extract Specific Elements</a:t>
          </a:r>
          <a:r>
            <a:rPr lang="en-US" sz="1200" kern="1200"/>
            <a:t>: Use CSS selectors or tag-based search (find(), find_all()) to extract data. </a:t>
          </a:r>
        </a:p>
      </dsp:txBody>
      <dsp:txXfrm>
        <a:off x="5717674" y="2435142"/>
        <a:ext cx="2399612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C5FF26-BBA6-48DE-A11E-1A61C27B84AA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A9007A-E8B6-4F80-B67E-DEB2C26755C9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665AA7-AEC1-4960-BD14-5D952B47B9DA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200" kern="1200"/>
            <a:t>Scraping static websites (blogs, Wikipedia, news articles).</a:t>
          </a:r>
          <a:endParaRPr lang="en-US" sz="1200" kern="1200"/>
        </a:p>
      </dsp:txBody>
      <dsp:txXfrm>
        <a:off x="25435" y="2456402"/>
        <a:ext cx="1800000" cy="720000"/>
      </dsp:txXfrm>
    </dsp:sp>
    <dsp:sp modelId="{6E04EBDD-26A6-4F7D-8F6A-E2504D7BD107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12B16B-431F-4F36-A0A9-36137746C127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9ECB12-49CA-4B32-BB23-1B37095EC0E5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200" kern="1200"/>
            <a:t>Extracting structured data (tables, lists, product names, and prices).</a:t>
          </a:r>
          <a:endParaRPr lang="en-US" sz="1200" kern="1200"/>
        </a:p>
      </dsp:txBody>
      <dsp:txXfrm>
        <a:off x="2140435" y="2456402"/>
        <a:ext cx="1800000" cy="720000"/>
      </dsp:txXfrm>
    </dsp:sp>
    <dsp:sp modelId="{A25E393E-D038-425E-A9DE-59A27DA76697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1EB017-E76A-44D3-A41E-5A17EA8E10F9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D2EE11-1E45-4B63-A6B9-4912A35DE90B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200" kern="1200"/>
            <a:t>Parsing HTML/XML files (sitemaps, RSS feeds).</a:t>
          </a:r>
          <a:endParaRPr lang="en-US" sz="1200" kern="1200"/>
        </a:p>
      </dsp:txBody>
      <dsp:txXfrm>
        <a:off x="4255435" y="2456402"/>
        <a:ext cx="1800000" cy="720000"/>
      </dsp:txXfrm>
    </dsp:sp>
    <dsp:sp modelId="{4E90F0CD-4ACA-4902-93B5-55B1CED3C040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855550-2DB9-453F-8013-8100D96373BB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1631BE-366E-44C3-9B3E-D600FF0F6203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200" kern="1200"/>
            <a:t>Web page data cleaning and preprocessing.</a:t>
          </a:r>
          <a:endParaRPr lang="en-US" sz="1200" kern="1200"/>
        </a:p>
      </dsp:txBody>
      <dsp:txXfrm>
        <a:off x="6370435" y="2456402"/>
        <a:ext cx="180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85466B-4D5D-44A0-8BA9-088C7076C5E7}">
      <dsp:nvSpPr>
        <dsp:cNvPr id="0" name=""/>
        <dsp:cNvSpPr/>
      </dsp:nvSpPr>
      <dsp:spPr>
        <a:xfrm>
          <a:off x="950845" y="233415"/>
          <a:ext cx="1518750" cy="15187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805CE9-52BA-43D3-B8C0-DC5FF287F4A0}">
      <dsp:nvSpPr>
        <dsp:cNvPr id="0" name=""/>
        <dsp:cNvSpPr/>
      </dsp:nvSpPr>
      <dsp:spPr>
        <a:xfrm>
          <a:off x="22720" y="2147537"/>
          <a:ext cx="337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Slow Performance – BeautifulSoup took too long to extract data.</a:t>
          </a:r>
        </a:p>
      </dsp:txBody>
      <dsp:txXfrm>
        <a:off x="22720" y="2147537"/>
        <a:ext cx="3375000" cy="720000"/>
      </dsp:txXfrm>
    </dsp:sp>
    <dsp:sp modelId="{21E54B72-4878-433C-9FAB-060190DB7B67}">
      <dsp:nvSpPr>
        <dsp:cNvPr id="0" name=""/>
        <dsp:cNvSpPr/>
      </dsp:nvSpPr>
      <dsp:spPr>
        <a:xfrm>
          <a:off x="4916470" y="233415"/>
          <a:ext cx="1518750" cy="15187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303FC6-2B14-411D-B5D0-9D042F425BA5}">
      <dsp:nvSpPr>
        <dsp:cNvPr id="0" name=""/>
        <dsp:cNvSpPr/>
      </dsp:nvSpPr>
      <dsp:spPr>
        <a:xfrm>
          <a:off x="3988345" y="2147537"/>
          <a:ext cx="337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Amazon Blocked Requests – Over time, Amazon detected and blocked BeautifulSoup-based scraping.</a:t>
          </a:r>
        </a:p>
      </dsp:txBody>
      <dsp:txXfrm>
        <a:off x="3988345" y="2147537"/>
        <a:ext cx="3375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E79B80-4626-48F4-B6C5-CF14DB342E11}">
      <dsp:nvSpPr>
        <dsp:cNvPr id="0" name=""/>
        <dsp:cNvSpPr/>
      </dsp:nvSpPr>
      <dsp:spPr>
        <a:xfrm>
          <a:off x="0" y="531"/>
          <a:ext cx="78867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6E46E8-C984-42E8-B9EF-3C6D76254167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B98ADC-622F-47FA-8C6A-AE3C0E7233AF}">
      <dsp:nvSpPr>
        <dsp:cNvPr id="0" name=""/>
        <dsp:cNvSpPr/>
      </dsp:nvSpPr>
      <dsp:spPr>
        <a:xfrm>
          <a:off x="1437631" y="531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Scrapy and APIfy are powerful tools designed for large-scale web scraping and automation. While they serve similar purposes, they have key differences in how they handle data extraction.</a:t>
          </a:r>
        </a:p>
      </dsp:txBody>
      <dsp:txXfrm>
        <a:off x="1437631" y="531"/>
        <a:ext cx="6449068" cy="1244702"/>
      </dsp:txXfrm>
    </dsp:sp>
    <dsp:sp modelId="{09F12E31-B07A-47F6-B491-FDC1A1E9F978}">
      <dsp:nvSpPr>
        <dsp:cNvPr id="0" name=""/>
        <dsp:cNvSpPr/>
      </dsp:nvSpPr>
      <dsp:spPr>
        <a:xfrm>
          <a:off x="0" y="1556410"/>
          <a:ext cx="78867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E086C4-B1F3-44E1-9543-C272C83B7671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DA8BD5-CDC6-4902-B813-6FE3597B8025}">
      <dsp:nvSpPr>
        <dsp:cNvPr id="0" name=""/>
        <dsp:cNvSpPr/>
      </dsp:nvSpPr>
      <dsp:spPr>
        <a:xfrm>
          <a:off x="1437631" y="1556410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Scrapy</a:t>
          </a:r>
          <a:r>
            <a:rPr lang="en-US" sz="1800" kern="1200"/>
            <a:t> is an </a:t>
          </a:r>
          <a:r>
            <a:rPr lang="en-US" sz="1800" b="1" kern="1200"/>
            <a:t>open-source Python framework</a:t>
          </a:r>
          <a:r>
            <a:rPr lang="en-US" sz="1800" kern="1200"/>
            <a:t> that allows for </a:t>
          </a:r>
          <a:r>
            <a:rPr lang="en-US" sz="1800" b="1" kern="1200"/>
            <a:t>fast, scalable, and efficient</a:t>
          </a:r>
          <a:r>
            <a:rPr lang="en-US" sz="1800" kern="1200"/>
            <a:t> web scraping. </a:t>
          </a:r>
        </a:p>
      </dsp:txBody>
      <dsp:txXfrm>
        <a:off x="1437631" y="1556410"/>
        <a:ext cx="6449068" cy="1244702"/>
      </dsp:txXfrm>
    </dsp:sp>
    <dsp:sp modelId="{59C30763-7C21-4021-812C-216FD6085738}">
      <dsp:nvSpPr>
        <dsp:cNvPr id="0" name=""/>
        <dsp:cNvSpPr/>
      </dsp:nvSpPr>
      <dsp:spPr>
        <a:xfrm>
          <a:off x="0" y="3112289"/>
          <a:ext cx="78867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A9D8DD-AB22-4C32-9D82-F97AFEE08092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41D4AF-081A-4F35-992A-257AC6731858}">
      <dsp:nvSpPr>
        <dsp:cNvPr id="0" name=""/>
        <dsp:cNvSpPr/>
      </dsp:nvSpPr>
      <dsp:spPr>
        <a:xfrm>
          <a:off x="1437631" y="3112289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Unlike BeautifulSoup, which is better suited for small tasks, Scrapy is </a:t>
          </a:r>
          <a:r>
            <a:rPr lang="en-US" sz="1800" b="1" kern="1200"/>
            <a:t>asynchronous</a:t>
          </a:r>
          <a:r>
            <a:rPr lang="en-US" sz="1800" kern="1200"/>
            <a:t>, meaning it can scrape thousands of pages efficiently.</a:t>
          </a:r>
        </a:p>
      </dsp:txBody>
      <dsp:txXfrm>
        <a:off x="1437631" y="3112289"/>
        <a:ext cx="6449068" cy="124470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CC374F-82B4-4722-AFED-758A179DF0B3}">
      <dsp:nvSpPr>
        <dsp:cNvPr id="0" name=""/>
        <dsp:cNvSpPr/>
      </dsp:nvSpPr>
      <dsp:spPr>
        <a:xfrm>
          <a:off x="52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4AE2E1-E841-4F50-81B8-D4D3420DE439}">
      <dsp:nvSpPr>
        <dsp:cNvPr id="0" name=""/>
        <dsp:cNvSpPr/>
      </dsp:nvSpPr>
      <dsp:spPr>
        <a:xfrm>
          <a:off x="2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Spider</a:t>
          </a:r>
          <a:r>
            <a:rPr lang="en-IN" sz="1200" kern="1200"/>
            <a:t>: A bot (script) that crawls web pages based on predefined rules.</a:t>
          </a:r>
          <a:endParaRPr lang="en-US" sz="1200" kern="1200"/>
        </a:p>
      </dsp:txBody>
      <dsp:txXfrm>
        <a:off x="25435" y="2276522"/>
        <a:ext cx="1800000" cy="720000"/>
      </dsp:txXfrm>
    </dsp:sp>
    <dsp:sp modelId="{B4BC50FE-61C7-4998-99EB-2923C5E51528}">
      <dsp:nvSpPr>
        <dsp:cNvPr id="0" name=""/>
        <dsp:cNvSpPr/>
      </dsp:nvSpPr>
      <dsp:spPr>
        <a:xfrm>
          <a:off x="263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D898D7-938E-49DA-8EAD-4F588DBD4DD5}">
      <dsp:nvSpPr>
        <dsp:cNvPr id="0" name=""/>
        <dsp:cNvSpPr/>
      </dsp:nvSpPr>
      <dsp:spPr>
        <a:xfrm>
          <a:off x="214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Requests &amp; Responses</a:t>
          </a:r>
          <a:r>
            <a:rPr lang="en-IN" sz="1200" kern="1200"/>
            <a:t>: Sends HTTP requests and processes responses automatically.</a:t>
          </a:r>
          <a:endParaRPr lang="en-US" sz="1200" kern="1200"/>
        </a:p>
      </dsp:txBody>
      <dsp:txXfrm>
        <a:off x="2140435" y="2276522"/>
        <a:ext cx="1800000" cy="720000"/>
      </dsp:txXfrm>
    </dsp:sp>
    <dsp:sp modelId="{3C377E7C-905B-425E-BAC5-CF2748C8560F}">
      <dsp:nvSpPr>
        <dsp:cNvPr id="0" name=""/>
        <dsp:cNvSpPr/>
      </dsp:nvSpPr>
      <dsp:spPr>
        <a:xfrm>
          <a:off x="475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F31DFD-F737-4378-90C5-5F3634C833C5}">
      <dsp:nvSpPr>
        <dsp:cNvPr id="0" name=""/>
        <dsp:cNvSpPr/>
      </dsp:nvSpPr>
      <dsp:spPr>
        <a:xfrm>
          <a:off x="425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Parsing &amp; Extraction</a:t>
          </a:r>
          <a:r>
            <a:rPr lang="en-IN" sz="1200" kern="1200"/>
            <a:t>: Extracts data using XPath, CSS selectors, or regex.</a:t>
          </a:r>
          <a:endParaRPr lang="en-US" sz="1200" kern="1200"/>
        </a:p>
      </dsp:txBody>
      <dsp:txXfrm>
        <a:off x="4255435" y="2276522"/>
        <a:ext cx="1800000" cy="720000"/>
      </dsp:txXfrm>
    </dsp:sp>
    <dsp:sp modelId="{38F5F065-A290-4357-9D2C-33BDA2FC9CD8}">
      <dsp:nvSpPr>
        <dsp:cNvPr id="0" name=""/>
        <dsp:cNvSpPr/>
      </dsp:nvSpPr>
      <dsp:spPr>
        <a:xfrm>
          <a:off x="686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5A4436-750E-49BE-9B31-86BE5ACBCB2C}">
      <dsp:nvSpPr>
        <dsp:cNvPr id="0" name=""/>
        <dsp:cNvSpPr/>
      </dsp:nvSpPr>
      <dsp:spPr>
        <a:xfrm>
          <a:off x="637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Pipelines</a:t>
          </a:r>
          <a:r>
            <a:rPr lang="en-IN" sz="1200" kern="1200"/>
            <a:t>: Stores data in JSON, CSV, or databases.</a:t>
          </a:r>
          <a:endParaRPr lang="en-US" sz="1200" kern="1200"/>
        </a:p>
      </dsp:txBody>
      <dsp:txXfrm>
        <a:off x="6370435" y="2276522"/>
        <a:ext cx="180000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BDC000-B3F0-4228-A5FE-AD88A5747F88}">
      <dsp:nvSpPr>
        <dsp:cNvPr id="0" name=""/>
        <dsp:cNvSpPr/>
      </dsp:nvSpPr>
      <dsp:spPr>
        <a:xfrm>
          <a:off x="0" y="419430"/>
          <a:ext cx="5175384" cy="1113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Large-scale e-commerce scraping (thousands of product listings).</a:t>
          </a:r>
        </a:p>
      </dsp:txBody>
      <dsp:txXfrm>
        <a:off x="54373" y="473803"/>
        <a:ext cx="5066638" cy="1005094"/>
      </dsp:txXfrm>
    </dsp:sp>
    <dsp:sp modelId="{FEDA7F1B-1848-4A13-9E1D-5A1105113ACF}">
      <dsp:nvSpPr>
        <dsp:cNvPr id="0" name=""/>
        <dsp:cNvSpPr/>
      </dsp:nvSpPr>
      <dsp:spPr>
        <a:xfrm>
          <a:off x="0" y="1613910"/>
          <a:ext cx="5175384" cy="111384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Scraping multiple websites efficiently.</a:t>
          </a:r>
        </a:p>
      </dsp:txBody>
      <dsp:txXfrm>
        <a:off x="54373" y="1668283"/>
        <a:ext cx="5066638" cy="1005094"/>
      </dsp:txXfrm>
    </dsp:sp>
    <dsp:sp modelId="{D6EC3869-F85D-43F3-9594-85898E40819E}">
      <dsp:nvSpPr>
        <dsp:cNvPr id="0" name=""/>
        <dsp:cNvSpPr/>
      </dsp:nvSpPr>
      <dsp:spPr>
        <a:xfrm>
          <a:off x="0" y="2808390"/>
          <a:ext cx="5175384" cy="111384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Automated web crawlers that follow links.</a:t>
          </a:r>
        </a:p>
      </dsp:txBody>
      <dsp:txXfrm>
        <a:off x="54373" y="2862763"/>
        <a:ext cx="5066638" cy="1005094"/>
      </dsp:txXfrm>
    </dsp:sp>
    <dsp:sp modelId="{CD30D515-8613-4369-BA95-9923B3B8A740}">
      <dsp:nvSpPr>
        <dsp:cNvPr id="0" name=""/>
        <dsp:cNvSpPr/>
      </dsp:nvSpPr>
      <dsp:spPr>
        <a:xfrm>
          <a:off x="0" y="4002870"/>
          <a:ext cx="5175384" cy="111384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Scheduled scraping (daily, weekly updates).</a:t>
          </a:r>
        </a:p>
      </dsp:txBody>
      <dsp:txXfrm>
        <a:off x="54373" y="4057243"/>
        <a:ext cx="5066638" cy="100509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CA4D3F-C50D-4F8A-8275-8E053F2427F3}">
      <dsp:nvSpPr>
        <dsp:cNvPr id="0" name=""/>
        <dsp:cNvSpPr/>
      </dsp:nvSpPr>
      <dsp:spPr>
        <a:xfrm>
          <a:off x="827085" y="211"/>
          <a:ext cx="965039" cy="96503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152202-1569-4725-B4ED-6B609A78A0BE}">
      <dsp:nvSpPr>
        <dsp:cNvPr id="0" name=""/>
        <dsp:cNvSpPr/>
      </dsp:nvSpPr>
      <dsp:spPr>
        <a:xfrm>
          <a:off x="1032749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FADCD0-031B-4D9A-B6CE-57A0F82B1425}">
      <dsp:nvSpPr>
        <dsp:cNvPr id="0" name=""/>
        <dsp:cNvSpPr/>
      </dsp:nvSpPr>
      <dsp:spPr>
        <a:xfrm>
          <a:off x="51858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Use Proxies &amp; Rotate User Agents – Avoid getting blocked.</a:t>
          </a:r>
          <a:endParaRPr lang="en-US" sz="1100" kern="1200"/>
        </a:p>
      </dsp:txBody>
      <dsp:txXfrm>
        <a:off x="518589" y="1265836"/>
        <a:ext cx="1582031" cy="632812"/>
      </dsp:txXfrm>
    </dsp:sp>
    <dsp:sp modelId="{7305BF54-1972-496A-B1A8-99C455E0B2AA}">
      <dsp:nvSpPr>
        <dsp:cNvPr id="0" name=""/>
        <dsp:cNvSpPr/>
      </dsp:nvSpPr>
      <dsp:spPr>
        <a:xfrm>
          <a:off x="2685972" y="211"/>
          <a:ext cx="965039" cy="96503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76E120-A2FD-47C0-862D-8AAFD958A25D}">
      <dsp:nvSpPr>
        <dsp:cNvPr id="0" name=""/>
        <dsp:cNvSpPr/>
      </dsp:nvSpPr>
      <dsp:spPr>
        <a:xfrm>
          <a:off x="2891636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28E415-668A-4518-9D84-10EDC55B829E}">
      <dsp:nvSpPr>
        <dsp:cNvPr id="0" name=""/>
        <dsp:cNvSpPr/>
      </dsp:nvSpPr>
      <dsp:spPr>
        <a:xfrm>
          <a:off x="2377476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Follow Robots.txt – Respect website policies.</a:t>
          </a:r>
          <a:endParaRPr lang="en-US" sz="1100" kern="1200"/>
        </a:p>
      </dsp:txBody>
      <dsp:txXfrm>
        <a:off x="2377476" y="1265836"/>
        <a:ext cx="1582031" cy="632812"/>
      </dsp:txXfrm>
    </dsp:sp>
    <dsp:sp modelId="{8BDFEB3E-E4E0-4634-A8FC-023786C7B2A5}">
      <dsp:nvSpPr>
        <dsp:cNvPr id="0" name=""/>
        <dsp:cNvSpPr/>
      </dsp:nvSpPr>
      <dsp:spPr>
        <a:xfrm>
          <a:off x="4544859" y="211"/>
          <a:ext cx="965039" cy="96503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83CA3A-D620-4775-A156-B535302CBF7C}">
      <dsp:nvSpPr>
        <dsp:cNvPr id="0" name=""/>
        <dsp:cNvSpPr/>
      </dsp:nvSpPr>
      <dsp:spPr>
        <a:xfrm>
          <a:off x="4750523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6EB593-6D0C-4BEA-B6AA-3AA3E9E94C8A}">
      <dsp:nvSpPr>
        <dsp:cNvPr id="0" name=""/>
        <dsp:cNvSpPr/>
      </dsp:nvSpPr>
      <dsp:spPr>
        <a:xfrm>
          <a:off x="4236363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Store Data in JSON/CSV/Databases – Keep your scraped data structured.</a:t>
          </a:r>
          <a:endParaRPr lang="en-US" sz="1100" kern="1200"/>
        </a:p>
      </dsp:txBody>
      <dsp:txXfrm>
        <a:off x="4236363" y="1265836"/>
        <a:ext cx="1582031" cy="632812"/>
      </dsp:txXfrm>
    </dsp:sp>
    <dsp:sp modelId="{7D3B7A1C-E9AF-4A78-A9F1-9CD26B7314AD}">
      <dsp:nvSpPr>
        <dsp:cNvPr id="0" name=""/>
        <dsp:cNvSpPr/>
      </dsp:nvSpPr>
      <dsp:spPr>
        <a:xfrm>
          <a:off x="6403746" y="211"/>
          <a:ext cx="965039" cy="96503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CF881A-4E93-4042-A93D-A66C72168F6B}">
      <dsp:nvSpPr>
        <dsp:cNvPr id="0" name=""/>
        <dsp:cNvSpPr/>
      </dsp:nvSpPr>
      <dsp:spPr>
        <a:xfrm>
          <a:off x="6609410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76A5B8-D5D2-442E-A659-9CA5015CB215}">
      <dsp:nvSpPr>
        <dsp:cNvPr id="0" name=""/>
        <dsp:cNvSpPr/>
      </dsp:nvSpPr>
      <dsp:spPr>
        <a:xfrm>
          <a:off x="609524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Use Asynchronous Requests – Speeds up Scrapy performance.</a:t>
          </a:r>
          <a:endParaRPr lang="en-US" sz="1100" kern="1200"/>
        </a:p>
      </dsp:txBody>
      <dsp:txXfrm>
        <a:off x="6095249" y="1265836"/>
        <a:ext cx="1582031" cy="632812"/>
      </dsp:txXfrm>
    </dsp:sp>
    <dsp:sp modelId="{C04088CD-205C-4CCA-A195-0DFF07997F14}">
      <dsp:nvSpPr>
        <dsp:cNvPr id="0" name=""/>
        <dsp:cNvSpPr/>
      </dsp:nvSpPr>
      <dsp:spPr>
        <a:xfrm>
          <a:off x="3615415" y="2294156"/>
          <a:ext cx="965039" cy="96503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9E2C3B-23BF-407A-B69D-C3D7D9B1E28B}">
      <dsp:nvSpPr>
        <dsp:cNvPr id="0" name=""/>
        <dsp:cNvSpPr/>
      </dsp:nvSpPr>
      <dsp:spPr>
        <a:xfrm>
          <a:off x="3821080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4A3E99-0AE4-45CD-8673-C317D9E58EBC}">
      <dsp:nvSpPr>
        <dsp:cNvPr id="0" name=""/>
        <dsp:cNvSpPr/>
      </dsp:nvSpPr>
      <dsp:spPr>
        <a:xfrm>
          <a:off x="3306919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Schedule Scrapers – Automate daily/weekly extractions.</a:t>
          </a:r>
          <a:endParaRPr lang="en-US" sz="1100" kern="1200"/>
        </a:p>
      </dsp:txBody>
      <dsp:txXfrm>
        <a:off x="3306919" y="3559781"/>
        <a:ext cx="1582031" cy="63281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66F90A-F4BD-41B8-883D-C94FD5BE0E48}">
      <dsp:nvSpPr>
        <dsp:cNvPr id="0" name=""/>
        <dsp:cNvSpPr/>
      </dsp:nvSpPr>
      <dsp:spPr>
        <a:xfrm>
          <a:off x="52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4BE6EF-AA1C-4746-BD90-58D713DC6A45}">
      <dsp:nvSpPr>
        <dsp:cNvPr id="0" name=""/>
        <dsp:cNvSpPr/>
      </dsp:nvSpPr>
      <dsp:spPr>
        <a:xfrm>
          <a:off x="2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No coding required – Great for business users and analysts.</a:t>
          </a:r>
        </a:p>
      </dsp:txBody>
      <dsp:txXfrm>
        <a:off x="25435" y="2276522"/>
        <a:ext cx="1800000" cy="720000"/>
      </dsp:txXfrm>
    </dsp:sp>
    <dsp:sp modelId="{860EDBDD-147B-41BA-9461-E267F52F41E2}">
      <dsp:nvSpPr>
        <dsp:cNvPr id="0" name=""/>
        <dsp:cNvSpPr/>
      </dsp:nvSpPr>
      <dsp:spPr>
        <a:xfrm>
          <a:off x="263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FD89B6-3906-4FBD-A754-F98DDAF496B6}">
      <dsp:nvSpPr>
        <dsp:cNvPr id="0" name=""/>
        <dsp:cNvSpPr/>
      </dsp:nvSpPr>
      <dsp:spPr>
        <a:xfrm>
          <a:off x="214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Connects to multiple data sources (SQL, APIs, Web, Excel, etc.).</a:t>
          </a:r>
        </a:p>
      </dsp:txBody>
      <dsp:txXfrm>
        <a:off x="2140435" y="2276522"/>
        <a:ext cx="1800000" cy="720000"/>
      </dsp:txXfrm>
    </dsp:sp>
    <dsp:sp modelId="{481E7BE6-CBAD-4304-A71F-329CA3A7A09D}">
      <dsp:nvSpPr>
        <dsp:cNvPr id="0" name=""/>
        <dsp:cNvSpPr/>
      </dsp:nvSpPr>
      <dsp:spPr>
        <a:xfrm>
          <a:off x="475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48E41D-B87D-4D6A-B472-A247F846B279}">
      <dsp:nvSpPr>
        <dsp:cNvPr id="0" name=""/>
        <dsp:cNvSpPr/>
      </dsp:nvSpPr>
      <dsp:spPr>
        <a:xfrm>
          <a:off x="425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Transforms and cleans data using Power Query.</a:t>
          </a:r>
        </a:p>
      </dsp:txBody>
      <dsp:txXfrm>
        <a:off x="4255435" y="2276522"/>
        <a:ext cx="1800000" cy="720000"/>
      </dsp:txXfrm>
    </dsp:sp>
    <dsp:sp modelId="{D79F3C06-85A5-463A-9B79-E9E2BE48201D}">
      <dsp:nvSpPr>
        <dsp:cNvPr id="0" name=""/>
        <dsp:cNvSpPr/>
      </dsp:nvSpPr>
      <dsp:spPr>
        <a:xfrm>
          <a:off x="686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F3E25E-7472-44E2-98BD-509662C307F3}">
      <dsp:nvSpPr>
        <dsp:cNvPr id="0" name=""/>
        <dsp:cNvSpPr/>
      </dsp:nvSpPr>
      <dsp:spPr>
        <a:xfrm>
          <a:off x="637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Provides interactive dashboards for real-time insights.</a:t>
          </a:r>
        </a:p>
      </dsp:txBody>
      <dsp:txXfrm>
        <a:off x="6370435" y="2276522"/>
        <a:ext cx="1800000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DB6E3F-50B7-4403-83CF-16D7B4D0C6F9}">
      <dsp:nvSpPr>
        <dsp:cNvPr id="0" name=""/>
        <dsp:cNvSpPr/>
      </dsp:nvSpPr>
      <dsp:spPr>
        <a:xfrm>
          <a:off x="0" y="632"/>
          <a:ext cx="459105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E2577B-3DEC-4A32-8D45-CEDFAAC5E4EB}">
      <dsp:nvSpPr>
        <dsp:cNvPr id="0" name=""/>
        <dsp:cNvSpPr/>
      </dsp:nvSpPr>
      <dsp:spPr>
        <a:xfrm>
          <a:off x="0" y="632"/>
          <a:ext cx="4591050" cy="1036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Power BI has a Web Connector that allows users to extract tabular data from web pages. The process includes:</a:t>
          </a:r>
        </a:p>
      </dsp:txBody>
      <dsp:txXfrm>
        <a:off x="0" y="632"/>
        <a:ext cx="4591050" cy="1036659"/>
      </dsp:txXfrm>
    </dsp:sp>
    <dsp:sp modelId="{97111F94-01DE-4098-B1CE-3DB71DA739E0}">
      <dsp:nvSpPr>
        <dsp:cNvPr id="0" name=""/>
        <dsp:cNvSpPr/>
      </dsp:nvSpPr>
      <dsp:spPr>
        <a:xfrm>
          <a:off x="0" y="1037292"/>
          <a:ext cx="4591050" cy="0"/>
        </a:xfrm>
        <a:prstGeom prst="line">
          <a:avLst/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 w="25400" cap="flat" cmpd="sng" algn="ctr">
          <a:solidFill>
            <a:schemeClr val="accent5">
              <a:hueOff val="-2483469"/>
              <a:satOff val="9953"/>
              <a:lumOff val="215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FB6194-1FC5-43F9-A52C-B6A7D33B5577}">
      <dsp:nvSpPr>
        <dsp:cNvPr id="0" name=""/>
        <dsp:cNvSpPr/>
      </dsp:nvSpPr>
      <dsp:spPr>
        <a:xfrm>
          <a:off x="0" y="1037292"/>
          <a:ext cx="4591050" cy="1036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Providing a URL – Enter the website’s address in Power BI.</a:t>
          </a:r>
        </a:p>
      </dsp:txBody>
      <dsp:txXfrm>
        <a:off x="0" y="1037292"/>
        <a:ext cx="4591050" cy="1036659"/>
      </dsp:txXfrm>
    </dsp:sp>
    <dsp:sp modelId="{31E9C3F3-C782-4E4C-8B21-875350608834}">
      <dsp:nvSpPr>
        <dsp:cNvPr id="0" name=""/>
        <dsp:cNvSpPr/>
      </dsp:nvSpPr>
      <dsp:spPr>
        <a:xfrm>
          <a:off x="0" y="2073952"/>
          <a:ext cx="4591050" cy="0"/>
        </a:xfrm>
        <a:prstGeom prst="line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6E16D5-AECB-45FA-9E01-30FE4CEF79B9}">
      <dsp:nvSpPr>
        <dsp:cNvPr id="0" name=""/>
        <dsp:cNvSpPr/>
      </dsp:nvSpPr>
      <dsp:spPr>
        <a:xfrm>
          <a:off x="0" y="2073952"/>
          <a:ext cx="4591050" cy="1036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Extracting HTML tables – Automatically detects and imports structured data.</a:t>
          </a:r>
        </a:p>
      </dsp:txBody>
      <dsp:txXfrm>
        <a:off x="0" y="2073952"/>
        <a:ext cx="4591050" cy="1036659"/>
      </dsp:txXfrm>
    </dsp:sp>
    <dsp:sp modelId="{0AB4F338-BEE1-402B-B426-9D264F55E821}">
      <dsp:nvSpPr>
        <dsp:cNvPr id="0" name=""/>
        <dsp:cNvSpPr/>
      </dsp:nvSpPr>
      <dsp:spPr>
        <a:xfrm>
          <a:off x="0" y="3110612"/>
          <a:ext cx="4591050" cy="0"/>
        </a:xfrm>
        <a:prstGeom prst="line">
          <a:avLst/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 w="25400" cap="flat" cmpd="sng" algn="ctr">
          <a:solidFill>
            <a:schemeClr val="accent5">
              <a:hueOff val="-7450407"/>
              <a:satOff val="29858"/>
              <a:lumOff val="647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FAE291-0BC6-4268-A8EF-3343F04A2B96}">
      <dsp:nvSpPr>
        <dsp:cNvPr id="0" name=""/>
        <dsp:cNvSpPr/>
      </dsp:nvSpPr>
      <dsp:spPr>
        <a:xfrm>
          <a:off x="0" y="3110612"/>
          <a:ext cx="4591050" cy="1036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Transforming data – Clean, filter, and format data for analysis.</a:t>
          </a:r>
        </a:p>
      </dsp:txBody>
      <dsp:txXfrm>
        <a:off x="0" y="3110612"/>
        <a:ext cx="4591050" cy="1036659"/>
      </dsp:txXfrm>
    </dsp:sp>
    <dsp:sp modelId="{506C3B3B-DDB6-4381-ACAC-6A7120A244CC}">
      <dsp:nvSpPr>
        <dsp:cNvPr id="0" name=""/>
        <dsp:cNvSpPr/>
      </dsp:nvSpPr>
      <dsp:spPr>
        <a:xfrm>
          <a:off x="0" y="4147272"/>
          <a:ext cx="4591050" cy="0"/>
        </a:xfrm>
        <a:prstGeom prst="line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BD0CED-37F7-4067-955D-E1DD2271C7C5}">
      <dsp:nvSpPr>
        <dsp:cNvPr id="0" name=""/>
        <dsp:cNvSpPr/>
      </dsp:nvSpPr>
      <dsp:spPr>
        <a:xfrm>
          <a:off x="0" y="4147272"/>
          <a:ext cx="4591050" cy="1036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Building visualizations – Use Power BI’s charts and graphs for insights.</a:t>
          </a:r>
        </a:p>
      </dsp:txBody>
      <dsp:txXfrm>
        <a:off x="0" y="4147272"/>
        <a:ext cx="4591050" cy="103665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FDD916-E984-4D17-ABA2-A70C945C7126}">
      <dsp:nvSpPr>
        <dsp:cNvPr id="0" name=""/>
        <dsp:cNvSpPr/>
      </dsp:nvSpPr>
      <dsp:spPr>
        <a:xfrm>
          <a:off x="0" y="3406931"/>
          <a:ext cx="2057400" cy="11182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322" tIns="184912" rIns="14632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Create</a:t>
          </a:r>
        </a:p>
      </dsp:txBody>
      <dsp:txXfrm>
        <a:off x="0" y="3406931"/>
        <a:ext cx="2057400" cy="1118231"/>
      </dsp:txXfrm>
    </dsp:sp>
    <dsp:sp modelId="{8F7F1A95-2E27-477C-BA71-F6FCBDBBFA90}">
      <dsp:nvSpPr>
        <dsp:cNvPr id="0" name=""/>
        <dsp:cNvSpPr/>
      </dsp:nvSpPr>
      <dsp:spPr>
        <a:xfrm>
          <a:off x="2057399" y="3406931"/>
          <a:ext cx="6172200" cy="111823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201" tIns="177800" rIns="125201" bIns="1778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Create Visualizations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/>
            <a:t>Use bar charts, pie charts, and tables for product trends.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/>
            <a:t>Apply filters and slicers for interactive exploration.</a:t>
          </a:r>
        </a:p>
      </dsp:txBody>
      <dsp:txXfrm>
        <a:off x="2057399" y="3406931"/>
        <a:ext cx="6172200" cy="1118231"/>
      </dsp:txXfrm>
    </dsp:sp>
    <dsp:sp modelId="{B1108439-7A43-4AB2-895F-B747288DE32E}">
      <dsp:nvSpPr>
        <dsp:cNvPr id="0" name=""/>
        <dsp:cNvSpPr/>
      </dsp:nvSpPr>
      <dsp:spPr>
        <a:xfrm rot="10800000">
          <a:off x="0" y="1703865"/>
          <a:ext cx="2057400" cy="1719839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322" tIns="184912" rIns="14632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Select &amp; Transform</a:t>
          </a:r>
        </a:p>
      </dsp:txBody>
      <dsp:txXfrm rot="-10800000">
        <a:off x="0" y="1703865"/>
        <a:ext cx="2057400" cy="1117895"/>
      </dsp:txXfrm>
    </dsp:sp>
    <dsp:sp modelId="{245E70E5-FEE7-4E2B-8DED-007C117A90B8}">
      <dsp:nvSpPr>
        <dsp:cNvPr id="0" name=""/>
        <dsp:cNvSpPr/>
      </dsp:nvSpPr>
      <dsp:spPr>
        <a:xfrm>
          <a:off x="2057399" y="1703865"/>
          <a:ext cx="6172200" cy="111789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201" tIns="177800" rIns="125201" bIns="1778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Select &amp; Transform the Data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/>
            <a:t>Power BI detects HTML tables → Select the one with product details.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/>
            <a:t>Click Transform Data → Clean and format.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/>
            <a:t>Click Load to import data.</a:t>
          </a:r>
        </a:p>
      </dsp:txBody>
      <dsp:txXfrm>
        <a:off x="2057399" y="1703865"/>
        <a:ext cx="6172200" cy="1117895"/>
      </dsp:txXfrm>
    </dsp:sp>
    <dsp:sp modelId="{DF1F3812-E6A3-4153-8925-62C04A1BDA6F}">
      <dsp:nvSpPr>
        <dsp:cNvPr id="0" name=""/>
        <dsp:cNvSpPr/>
      </dsp:nvSpPr>
      <dsp:spPr>
        <a:xfrm rot="10800000">
          <a:off x="0" y="799"/>
          <a:ext cx="2057400" cy="1719839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322" tIns="184912" rIns="14632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Open</a:t>
          </a:r>
        </a:p>
      </dsp:txBody>
      <dsp:txXfrm rot="-10800000">
        <a:off x="0" y="799"/>
        <a:ext cx="2057400" cy="1117895"/>
      </dsp:txXfrm>
    </dsp:sp>
    <dsp:sp modelId="{AD871CEC-1EF5-4D4B-BB1E-DF01B8CA9881}">
      <dsp:nvSpPr>
        <dsp:cNvPr id="0" name=""/>
        <dsp:cNvSpPr/>
      </dsp:nvSpPr>
      <dsp:spPr>
        <a:xfrm>
          <a:off x="2057399" y="799"/>
          <a:ext cx="6172200" cy="111789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201" tIns="203200" rIns="125201" bIns="203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Open Power BI &amp; Use Web Connector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/>
            <a:t>Open Power BI Desktop → Click Get Data → Select Web.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/>
            <a:t>Enter the website URL (e.g., "https://example.com/products") → Click OK → Connect.</a:t>
          </a:r>
          <a:endParaRPr lang="en-US" sz="1100" b="1" kern="1200" dirty="0"/>
        </a:p>
      </dsp:txBody>
      <dsp:txXfrm>
        <a:off x="2057399" y="799"/>
        <a:ext cx="6172200" cy="111789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A2AF38-B09B-480C-96A3-891FA7E5E58E}">
      <dsp:nvSpPr>
        <dsp:cNvPr id="0" name=""/>
        <dsp:cNvSpPr/>
      </dsp:nvSpPr>
      <dsp:spPr>
        <a:xfrm>
          <a:off x="0" y="0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B49DBB-407E-4DD9-BB9B-83CF24736126}">
      <dsp:nvSpPr>
        <dsp:cNvPr id="0" name=""/>
        <dsp:cNvSpPr/>
      </dsp:nvSpPr>
      <dsp:spPr>
        <a:xfrm>
          <a:off x="0" y="0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Dynamic Content Loading – Amazon uses JavaScript to load product data, which Power BI’s Web Connector cannot process.</a:t>
          </a:r>
        </a:p>
      </dsp:txBody>
      <dsp:txXfrm>
        <a:off x="0" y="0"/>
        <a:ext cx="5175384" cy="1384035"/>
      </dsp:txXfrm>
    </dsp:sp>
    <dsp:sp modelId="{7E3BDF49-6CE6-425F-8863-D9A1FDF4BC1C}">
      <dsp:nvSpPr>
        <dsp:cNvPr id="0" name=""/>
        <dsp:cNvSpPr/>
      </dsp:nvSpPr>
      <dsp:spPr>
        <a:xfrm>
          <a:off x="0" y="138403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35E76B-CE8D-480B-9EBB-73F9D6DA232A}">
      <dsp:nvSpPr>
        <dsp:cNvPr id="0" name=""/>
        <dsp:cNvSpPr/>
      </dsp:nvSpPr>
      <dsp:spPr>
        <a:xfrm>
          <a:off x="0" y="1384035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Missing Data – Required columns were not retrieved due to content being loaded asynchronously.</a:t>
          </a:r>
        </a:p>
      </dsp:txBody>
      <dsp:txXfrm>
        <a:off x="0" y="1384035"/>
        <a:ext cx="5175384" cy="1384035"/>
      </dsp:txXfrm>
    </dsp:sp>
    <dsp:sp modelId="{D07E09D4-1118-437B-BB7B-8EF944D29253}">
      <dsp:nvSpPr>
        <dsp:cNvPr id="0" name=""/>
        <dsp:cNvSpPr/>
      </dsp:nvSpPr>
      <dsp:spPr>
        <a:xfrm>
          <a:off x="0" y="2768070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1E9F45-3B9B-4038-951B-7061BCEF875D}">
      <dsp:nvSpPr>
        <dsp:cNvPr id="0" name=""/>
        <dsp:cNvSpPr/>
      </dsp:nvSpPr>
      <dsp:spPr>
        <a:xfrm>
          <a:off x="0" y="2768070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Anti-Scraping Measures – Amazon has strict protections that block direct data extraction.</a:t>
          </a:r>
        </a:p>
      </dsp:txBody>
      <dsp:txXfrm>
        <a:off x="0" y="2768070"/>
        <a:ext cx="5175384" cy="1384035"/>
      </dsp:txXfrm>
    </dsp:sp>
    <dsp:sp modelId="{10CB15F1-6AFF-451F-8686-3739EA1038D5}">
      <dsp:nvSpPr>
        <dsp:cNvPr id="0" name=""/>
        <dsp:cNvSpPr/>
      </dsp:nvSpPr>
      <dsp:spPr>
        <a:xfrm>
          <a:off x="0" y="415210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AA17B1-2F82-48AF-9625-FAE1A66F31A1}">
      <dsp:nvSpPr>
        <dsp:cNvPr id="0" name=""/>
        <dsp:cNvSpPr/>
      </dsp:nvSpPr>
      <dsp:spPr>
        <a:xfrm>
          <a:off x="0" y="4152105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Power BI Limitations – It only extracts static HTML tables and does not support JavaScript-rendered content.</a:t>
          </a:r>
        </a:p>
      </dsp:txBody>
      <dsp:txXfrm>
        <a:off x="0" y="4152105"/>
        <a:ext cx="5175384" cy="13840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C35CF2-E939-42B1-B13A-F30E201F8669}" type="datetimeFigureOut">
              <a:rPr lang="en-IN" smtClean="0"/>
              <a:t>03-03-2025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5BACBC-925A-46C7-9021-35F4ADC4F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9762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requests.get</a:t>
            </a:r>
            <a:r>
              <a:rPr lang="en-US" b="1" dirty="0"/>
              <a:t>(</a:t>
            </a:r>
            <a:r>
              <a:rPr lang="en-US" b="1" dirty="0" err="1"/>
              <a:t>url</a:t>
            </a:r>
            <a:r>
              <a:rPr lang="en-US" b="1" dirty="0"/>
              <a:t>): </a:t>
            </a:r>
            <a:r>
              <a:rPr lang="en-US" dirty="0"/>
              <a:t>Fetches the raw HTML of the webpage.</a:t>
            </a:r>
          </a:p>
          <a:p>
            <a:r>
              <a:rPr lang="en-US" b="1" dirty="0" err="1"/>
              <a:t>BeautifulSoup</a:t>
            </a:r>
            <a:r>
              <a:rPr lang="en-US" b="1" dirty="0"/>
              <a:t>(</a:t>
            </a:r>
            <a:r>
              <a:rPr lang="en-US" b="1" dirty="0" err="1"/>
              <a:t>response.text</a:t>
            </a:r>
            <a:r>
              <a:rPr lang="en-US" b="1" dirty="0"/>
              <a:t>, "</a:t>
            </a:r>
            <a:r>
              <a:rPr lang="en-US" b="1" dirty="0" err="1"/>
              <a:t>html.parser</a:t>
            </a:r>
            <a:r>
              <a:rPr lang="en-US" b="1" dirty="0"/>
              <a:t>"): </a:t>
            </a:r>
            <a:r>
              <a:rPr lang="en-US" dirty="0"/>
              <a:t>Converts the HTML into a structured format.</a:t>
            </a:r>
          </a:p>
          <a:p>
            <a:r>
              <a:rPr lang="en-US" b="1" dirty="0"/>
              <a:t>.find("h1", class_="product-title"): </a:t>
            </a:r>
            <a:r>
              <a:rPr lang="en-US" dirty="0"/>
              <a:t>Finds the &lt;h1&gt; tag with class "product-title" and extracts text.</a:t>
            </a:r>
          </a:p>
          <a:p>
            <a:r>
              <a:rPr lang="en-US" b="1" dirty="0"/>
              <a:t>.find("span", class_="price"): </a:t>
            </a:r>
            <a:r>
              <a:rPr lang="en-US" dirty="0"/>
              <a:t>Finds the &lt;span&gt; tag with class "price" and extracts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5BACBC-925A-46C7-9021-35F4ADC4F94E}" type="slidenum">
              <a:rPr lang="en-IN" smtClean="0"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0306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5BACBC-925A-46C7-9021-35F4ADC4F94E}" type="slidenum">
              <a:rPr lang="en-IN" smtClean="0"/>
              <a:t>52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0436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200" dirty="0">
                <a:solidFill>
                  <a:srgbClr val="FFFFFF"/>
                </a:solidFill>
              </a:rPr>
              <a:t>Data Scraping and Parsing Technologies</a:t>
            </a:r>
            <a:endParaRPr lang="en-IN" sz="4200" dirty="0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/>
            <a:r>
              <a:t>A Comprehensive Overview of Technologies, Challenges, and Solutions</a:t>
            </a:r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842A63-42A3-2616-D55F-67A59E4E5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83173D-119B-ACBD-C75F-970B67457A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6A67BA-9F75-2F18-0D24-3B999EA0C5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DE1413-A40A-3473-79AC-DB3C1879D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700EB0-1C2F-9E06-D25C-D171E0AA26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09F97A-28F1-22A2-A3AD-240E89E5A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ABA43D-F4CF-14CE-4D78-0106D45CD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 fontScale="90000"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Project Overview- Price Recommendation System for Amazon.in Sellers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24662-F507-FAFE-64C7-3B624D985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486" y="1885279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 dirty="0"/>
              <a:t>Objective: Develop a data-driven price recommendation system to help sellers on Amazon.in optimize pricing strategies.</a:t>
            </a:r>
          </a:p>
          <a:p>
            <a:r>
              <a:rPr lang="en-US" sz="1700" dirty="0"/>
              <a:t>Data Source: Extract product pricing and related details from Amazon.in using web scraping tools.</a:t>
            </a:r>
          </a:p>
        </p:txBody>
      </p:sp>
    </p:spTree>
    <p:extLst>
      <p:ext uri="{BB962C8B-B14F-4D97-AF65-F5344CB8AC3E}">
        <p14:creationId xmlns:p14="http://schemas.microsoft.com/office/powerpoint/2010/main" val="561555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FA6867-A031-B1B5-C543-E4342701D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51F67A-91D3-C52B-5B51-4D30446AE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DCA5C3-8EA9-5128-B572-CA3880DEDD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13276E-ECD7-844B-283E-DA05A404EF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BF3112-B902-B32A-2560-84470F4AC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676B61-AD4C-DC35-5630-901C014EC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A71BFC-480E-D221-BE95-A05826E6C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Introduction to Data Scraping &amp;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48DC5-36D9-6541-00D0-3FEA14874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dirty="0"/>
              <a:t>• Data scraping extracts product details, pricing trends, and customer feedback.</a:t>
            </a:r>
          </a:p>
          <a:p>
            <a:pPr marL="0" indent="0">
              <a:buNone/>
            </a:pPr>
            <a:r>
              <a:rPr lang="en-US" sz="1700" dirty="0"/>
              <a:t>• Data parsing structures and analyzes extracted data.</a:t>
            </a:r>
          </a:p>
        </p:txBody>
      </p:sp>
    </p:spTree>
    <p:extLst>
      <p:ext uri="{BB962C8B-B14F-4D97-AF65-F5344CB8AC3E}">
        <p14:creationId xmlns:p14="http://schemas.microsoft.com/office/powerpoint/2010/main" val="2725664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22A3FB-710C-6AE9-8D17-0DF5455CB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4AE76DF-E76A-F2B2-4734-C4E6D966BF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C8C96E-E72C-85AC-2C87-F915D5233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53BF34-F8B8-828F-3433-824BDF0BC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EA94DC-F7C4-08DA-C584-20E6141DE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E1907F-3814-A765-94D8-9B1CF25D5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AE57D7-FC31-B789-D490-CC13630E7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What is Web Automation?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2FED3-B8FE-B905-F111-AA108BDCB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 dirty="0"/>
              <a:t>Simulates user interactions with websites.</a:t>
            </a:r>
          </a:p>
          <a:p>
            <a:r>
              <a:rPr lang="en-US" sz="1700" dirty="0"/>
              <a:t>Used for web scraping, UI testing, price monitoring, and automation.</a:t>
            </a:r>
          </a:p>
        </p:txBody>
      </p:sp>
    </p:spTree>
    <p:extLst>
      <p:ext uri="{BB962C8B-B14F-4D97-AF65-F5344CB8AC3E}">
        <p14:creationId xmlns:p14="http://schemas.microsoft.com/office/powerpoint/2010/main" val="3134844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n-IN" sz="3500">
                <a:solidFill>
                  <a:schemeClr val="bg1"/>
                </a:solidFill>
              </a:rPr>
              <a:t>Technologies Overview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/>
          </a:bodyPr>
          <a:lstStyle/>
          <a:p>
            <a:endParaRPr lang="en-IN" sz="2100" dirty="0"/>
          </a:p>
          <a:p>
            <a:r>
              <a:rPr lang="en-IN" sz="2100" dirty="0"/>
              <a:t>Selenium - Web testing and automation</a:t>
            </a:r>
          </a:p>
          <a:p>
            <a:r>
              <a:rPr lang="en-IN" sz="2100" dirty="0"/>
              <a:t>Puppeteer - Chrome-based scraping</a:t>
            </a:r>
          </a:p>
          <a:p>
            <a:r>
              <a:rPr lang="en-IN" sz="2100" dirty="0"/>
              <a:t>Playwright - Best for JavaScript-heavy websites</a:t>
            </a:r>
          </a:p>
          <a:p>
            <a:r>
              <a:rPr lang="en-IN" sz="2100" dirty="0" err="1"/>
              <a:t>BeautifulSoup</a:t>
            </a:r>
            <a:r>
              <a:rPr lang="en-IN" sz="2100" dirty="0"/>
              <a:t> - Best for static HTML parsing</a:t>
            </a:r>
          </a:p>
          <a:p>
            <a:r>
              <a:rPr lang="en-IN" sz="2100" dirty="0"/>
              <a:t>Scrapy/</a:t>
            </a:r>
            <a:r>
              <a:rPr lang="en-IN" sz="2100" dirty="0" err="1"/>
              <a:t>APIfy</a:t>
            </a:r>
            <a:r>
              <a:rPr lang="en-IN" sz="2100" dirty="0"/>
              <a:t> - Large-scale data extraction</a:t>
            </a:r>
          </a:p>
          <a:p>
            <a:r>
              <a:rPr lang="en-IN" sz="2100" dirty="0"/>
              <a:t>Power BI - </a:t>
            </a:r>
            <a:r>
              <a:rPr lang="en-US" sz="2000" dirty="0"/>
              <a:t>Tool for data visualization, analysis, and interactive reporting</a:t>
            </a:r>
            <a:endParaRPr lang="en-US" sz="1400" dirty="0"/>
          </a:p>
          <a:p>
            <a:endParaRPr lang="en-IN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200" dirty="0">
                <a:solidFill>
                  <a:srgbClr val="FFFFFF"/>
                </a:solidFill>
              </a:rPr>
              <a:t>Introduction to Selenium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dirty="0"/>
              <a:t>• Selenium is an open-source framework for web browser automation.</a:t>
            </a:r>
          </a:p>
          <a:p>
            <a:pPr marL="0" indent="0">
              <a:buNone/>
            </a:pPr>
            <a:r>
              <a:rPr lang="en-US" sz="1700" dirty="0"/>
              <a:t>• </a:t>
            </a:r>
            <a:r>
              <a:rPr lang="fr-FR" sz="1700" dirty="0"/>
              <a:t>Supports multiple </a:t>
            </a:r>
            <a:r>
              <a:rPr lang="fr-FR" sz="1700" dirty="0" err="1"/>
              <a:t>programming</a:t>
            </a:r>
            <a:r>
              <a:rPr lang="fr-FR" sz="1700" dirty="0"/>
              <a:t> </a:t>
            </a:r>
            <a:r>
              <a:rPr lang="fr-FR" sz="1700" dirty="0" err="1"/>
              <a:t>languages</a:t>
            </a:r>
            <a:r>
              <a:rPr lang="fr-FR" sz="1700" dirty="0"/>
              <a:t> (Python, Java, etc.).</a:t>
            </a:r>
          </a:p>
          <a:p>
            <a:pPr marL="0" indent="0">
              <a:buNone/>
            </a:pPr>
            <a:r>
              <a:rPr lang="en-US" sz="1700" dirty="0"/>
              <a:t>• Compatible with Chrome, Firefox, Edge, Safari.</a:t>
            </a:r>
          </a:p>
          <a:p>
            <a:pPr marL="0" indent="0">
              <a:buNone/>
            </a:pPr>
            <a:r>
              <a:rPr lang="en-US" sz="1700" dirty="0"/>
              <a:t>• Used for web testing, scraping, and browser automation.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D5D4F7-2FCA-4BD9-F962-60B67EB77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13D66BD-5A3A-7286-785C-C0EAFCCD98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8444EC-95A6-61DB-4FFE-7662432DB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22657D-7D19-337B-D45F-BD68633281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491D24-5160-4BF2-9DF8-C9A479004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D28886-E244-9F1A-B365-7E0D328031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B1AF21-2ADA-6C79-E9F9-ADD055D2B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200" dirty="0">
                <a:solidFill>
                  <a:srgbClr val="FFFFFF"/>
                </a:solidFill>
              </a:rPr>
              <a:t>Selenium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554D0-C1AF-F2BF-A23B-470FD9651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dirty="0"/>
              <a:t>Selenium WebDriver - Automates browser interactions.</a:t>
            </a:r>
          </a:p>
          <a:p>
            <a:pPr marL="0" indent="0">
              <a:buNone/>
            </a:pPr>
            <a:r>
              <a:rPr lang="en-US" sz="1700" dirty="0"/>
              <a:t>Selenium IDE - Records and plays back user actions.</a:t>
            </a:r>
          </a:p>
          <a:p>
            <a:pPr marL="0" indent="0">
              <a:buNone/>
            </a:pPr>
            <a:r>
              <a:rPr lang="en-US" sz="1700" dirty="0"/>
              <a:t>Selenium Grid - Runs tests in parallel across multiple machines.</a:t>
            </a:r>
          </a:p>
        </p:txBody>
      </p:sp>
    </p:spTree>
    <p:extLst>
      <p:ext uri="{BB962C8B-B14F-4D97-AF65-F5344CB8AC3E}">
        <p14:creationId xmlns:p14="http://schemas.microsoft.com/office/powerpoint/2010/main" val="1768745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1A9E12-A3D2-B18E-960D-066FC4340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8111077-B7FC-EA5D-48D7-02FAE6717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772E91-0ACA-7EDE-67CC-9C72767EB3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8F4C4B-4606-197B-7E58-A574FE5CE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0426D9-C5BD-85AE-49C3-FB38317FE2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AE42CE9-94F7-384F-6B30-C4EAD0CF8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D52E71-66A5-57F4-E693-AEE03F058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200" dirty="0">
                <a:solidFill>
                  <a:srgbClr val="FFFFFF"/>
                </a:solidFill>
              </a:rPr>
              <a:t>Locating Web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42E4A-81C2-B2ED-EB15-803DAA1002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 dirty="0"/>
              <a:t>By ID: </a:t>
            </a:r>
            <a:r>
              <a:rPr lang="en-US" sz="1700" dirty="0" err="1"/>
              <a:t>driver.find_element</a:t>
            </a:r>
            <a:r>
              <a:rPr lang="en-US" sz="1700" dirty="0"/>
              <a:t>("id", "</a:t>
            </a:r>
            <a:r>
              <a:rPr lang="en-US" sz="1700" dirty="0" err="1"/>
              <a:t>element_id</a:t>
            </a:r>
            <a:r>
              <a:rPr lang="en-US" sz="1700" dirty="0"/>
              <a:t>")</a:t>
            </a:r>
          </a:p>
          <a:p>
            <a:r>
              <a:rPr lang="en-US" sz="1700" dirty="0"/>
              <a:t>By Name: </a:t>
            </a:r>
            <a:r>
              <a:rPr lang="en-US" sz="1700" dirty="0" err="1"/>
              <a:t>driver.find_element</a:t>
            </a:r>
            <a:r>
              <a:rPr lang="en-US" sz="1700" dirty="0"/>
              <a:t>("name", "</a:t>
            </a:r>
            <a:r>
              <a:rPr lang="en-US" sz="1700" dirty="0" err="1"/>
              <a:t>element_name</a:t>
            </a:r>
            <a:r>
              <a:rPr lang="en-US" sz="1700" dirty="0"/>
              <a:t>")</a:t>
            </a:r>
          </a:p>
          <a:p>
            <a:r>
              <a:rPr lang="en-US" sz="1700" dirty="0"/>
              <a:t>By Class Name: </a:t>
            </a:r>
            <a:r>
              <a:rPr lang="en-US" sz="1700" dirty="0" err="1"/>
              <a:t>driver.find_element</a:t>
            </a:r>
            <a:r>
              <a:rPr lang="en-US" sz="1700" dirty="0"/>
              <a:t>("class name", "</a:t>
            </a:r>
            <a:r>
              <a:rPr lang="en-US" sz="1700" dirty="0" err="1"/>
              <a:t>class_name</a:t>
            </a:r>
            <a:r>
              <a:rPr lang="en-US" sz="1700" dirty="0"/>
              <a:t>")</a:t>
            </a:r>
          </a:p>
          <a:p>
            <a:r>
              <a:rPr lang="en-US" sz="1700" dirty="0"/>
              <a:t>By XPath: </a:t>
            </a:r>
            <a:r>
              <a:rPr lang="en-US" sz="1700" dirty="0" err="1"/>
              <a:t>driver.find_element</a:t>
            </a:r>
            <a:r>
              <a:rPr lang="en-US" sz="1700" dirty="0"/>
              <a:t>("</a:t>
            </a:r>
            <a:r>
              <a:rPr lang="en-US" sz="1700" dirty="0" err="1"/>
              <a:t>xpath</a:t>
            </a:r>
            <a:r>
              <a:rPr lang="en-US" sz="1700" dirty="0"/>
              <a:t>", "//tag[@attribute='value’]”)</a:t>
            </a:r>
          </a:p>
          <a:p>
            <a:r>
              <a:rPr lang="en-US" sz="1700" dirty="0"/>
              <a:t>By CSS Selector: </a:t>
            </a:r>
            <a:r>
              <a:rPr lang="en-US" sz="1700" dirty="0" err="1"/>
              <a:t>driver.find_element</a:t>
            </a:r>
            <a:r>
              <a:rPr lang="en-US" sz="1700" dirty="0"/>
              <a:t>("</a:t>
            </a:r>
            <a:r>
              <a:rPr lang="en-US" sz="1700" dirty="0" err="1"/>
              <a:t>css</a:t>
            </a:r>
            <a:r>
              <a:rPr lang="en-US" sz="1700" dirty="0"/>
              <a:t> selector", "selector")</a:t>
            </a:r>
          </a:p>
        </p:txBody>
      </p:sp>
    </p:spTree>
    <p:extLst>
      <p:ext uri="{BB962C8B-B14F-4D97-AF65-F5344CB8AC3E}">
        <p14:creationId xmlns:p14="http://schemas.microsoft.com/office/powerpoint/2010/main" val="1756253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33211E-75E8-F829-371B-71AF7F130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CF51C77-CCD2-FB9D-AFAA-C46F5C137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8720A2-FACE-3D57-BAA7-86CBD9F7E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DAE0DB-1A98-4774-AD8A-5CABD8950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008BC3-C5A1-F2E4-913E-F506FE1D3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6DD36A-0AC1-2AE0-B9B4-01CF25BDB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486C24-45E9-4F3A-21C5-BE0F16592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200" dirty="0">
                <a:solidFill>
                  <a:srgbClr val="FFFFFF"/>
                </a:solidFill>
              </a:rPr>
              <a:t>List of Selenium 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90CE9-7A1D-4BFF-90D7-75C20ACDA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Basic Actions</a:t>
            </a:r>
          </a:p>
          <a:p>
            <a:pPr marL="0" indent="0">
              <a:buNone/>
            </a:pPr>
            <a:endParaRPr lang="en-US" sz="2400" b="1" dirty="0"/>
          </a:p>
          <a:p>
            <a:r>
              <a:rPr lang="en-US" sz="1700" dirty="0"/>
              <a:t>Open a webpage: </a:t>
            </a:r>
            <a:r>
              <a:rPr lang="en-US" sz="1700" dirty="0" err="1"/>
              <a:t>driver.get</a:t>
            </a:r>
            <a:r>
              <a:rPr lang="en-US" sz="1700" dirty="0"/>
              <a:t>("https://example.com")</a:t>
            </a:r>
          </a:p>
          <a:p>
            <a:r>
              <a:rPr lang="en-US" sz="1700" dirty="0"/>
              <a:t>Get title: print(</a:t>
            </a:r>
            <a:r>
              <a:rPr lang="en-US" sz="1700" dirty="0" err="1"/>
              <a:t>driver.title</a:t>
            </a:r>
            <a:r>
              <a:rPr lang="en-US" sz="1700" dirty="0"/>
              <a:t>)</a:t>
            </a:r>
          </a:p>
          <a:p>
            <a:r>
              <a:rPr lang="en-US" sz="1700" dirty="0"/>
              <a:t>Refresh page: </a:t>
            </a:r>
            <a:r>
              <a:rPr lang="en-US" sz="1700" dirty="0" err="1"/>
              <a:t>driver.refresh</a:t>
            </a:r>
            <a:r>
              <a:rPr lang="en-US" sz="1700" dirty="0"/>
              <a:t>()</a:t>
            </a:r>
          </a:p>
          <a:p>
            <a:r>
              <a:rPr lang="en-US" sz="1700" dirty="0"/>
              <a:t>Navigate back/forward: </a:t>
            </a:r>
            <a:r>
              <a:rPr lang="en-US" sz="1700" dirty="0" err="1"/>
              <a:t>driver.back</a:t>
            </a:r>
            <a:r>
              <a:rPr lang="en-US" sz="1700" dirty="0"/>
              <a:t>(), </a:t>
            </a:r>
            <a:r>
              <a:rPr lang="en-US" sz="1700" dirty="0" err="1"/>
              <a:t>driver.forward</a:t>
            </a:r>
            <a:r>
              <a:rPr lang="en-US" sz="17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717172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568D6A-40CE-D6D3-9450-CEC99CD4C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73F543-BDDF-98C3-D0A2-89CE0AE65B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5AA89D-FEC5-F5C9-B382-2DE9B80C6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BC3192-318C-3DEB-FFFB-4506EF60DD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C4E3964-8B02-50B1-84B2-5651AAAE2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6C1D04-2B7F-1477-437E-1B1BF222E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512BED-193B-A0B9-C34D-EC18E6ED6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200" dirty="0">
                <a:solidFill>
                  <a:srgbClr val="FFFFFF"/>
                </a:solidFill>
              </a:rPr>
              <a:t>List of Selenium 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F5C8B-30D4-F4E2-6C90-002E20873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Element Interactions</a:t>
            </a:r>
          </a:p>
          <a:p>
            <a:pPr marL="0" indent="0">
              <a:buNone/>
            </a:pPr>
            <a:endParaRPr lang="en-US" sz="2400" b="1" dirty="0"/>
          </a:p>
          <a:p>
            <a:r>
              <a:rPr lang="en-US" sz="1700" dirty="0"/>
              <a:t>Click: </a:t>
            </a:r>
            <a:r>
              <a:rPr lang="en-US" sz="1700" dirty="0" err="1"/>
              <a:t>element.click</a:t>
            </a:r>
            <a:r>
              <a:rPr lang="en-US" sz="1700" dirty="0"/>
              <a:t>()</a:t>
            </a:r>
          </a:p>
          <a:p>
            <a:r>
              <a:rPr lang="en-US" sz="1700" dirty="0"/>
              <a:t>Type text: </a:t>
            </a:r>
            <a:r>
              <a:rPr lang="en-US" sz="1700" dirty="0" err="1"/>
              <a:t>element.send_keys</a:t>
            </a:r>
            <a:r>
              <a:rPr lang="en-US" sz="1700" dirty="0"/>
              <a:t>("input text")</a:t>
            </a:r>
          </a:p>
          <a:p>
            <a:r>
              <a:rPr lang="en-US" sz="1700" dirty="0"/>
              <a:t>Submit form: </a:t>
            </a:r>
            <a:r>
              <a:rPr lang="en-US" sz="1700" dirty="0" err="1"/>
              <a:t>element.submit</a:t>
            </a:r>
            <a:r>
              <a:rPr lang="en-US" sz="1700" dirty="0"/>
              <a:t>()</a:t>
            </a:r>
          </a:p>
          <a:p>
            <a:r>
              <a:rPr lang="en-US" sz="1700" dirty="0"/>
              <a:t>Get text: </a:t>
            </a:r>
            <a:r>
              <a:rPr lang="en-US" sz="1700" dirty="0" err="1"/>
              <a:t>element.text</a:t>
            </a:r>
            <a:endParaRPr lang="en-US" sz="1700" dirty="0"/>
          </a:p>
          <a:p>
            <a:r>
              <a:rPr lang="en-US" sz="1700" dirty="0"/>
              <a:t>Get attribute: </a:t>
            </a:r>
            <a:r>
              <a:rPr lang="en-US" sz="1700" dirty="0" err="1"/>
              <a:t>element.get_attribute</a:t>
            </a:r>
            <a:r>
              <a:rPr lang="en-US" sz="1700" dirty="0"/>
              <a:t>("</a:t>
            </a:r>
            <a:r>
              <a:rPr lang="en-US" sz="1700" dirty="0" err="1"/>
              <a:t>href</a:t>
            </a:r>
            <a:r>
              <a:rPr lang="en-US" sz="1700" dirty="0"/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1254319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F8724E-5593-5988-36E6-48C725F2F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3985D8-DE1C-662C-70E9-29A255831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4CAF21-55BC-D81D-AD93-E76D051E5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FE7822-F081-96E5-02C7-A094ADDF7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361683-957F-BD67-5BA9-CF850F181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48E729-9C93-8BC0-4204-30B2FF434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0BF8C1-52C9-9C54-70FD-7CF47606F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200" dirty="0">
                <a:solidFill>
                  <a:srgbClr val="FFFFFF"/>
                </a:solidFill>
              </a:rPr>
              <a:t>List of Selenium 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CBC00-D79F-5D1C-8128-441E0B7C3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Handling UI Elements</a:t>
            </a:r>
          </a:p>
          <a:p>
            <a:pPr marL="0" indent="0">
              <a:buNone/>
            </a:pPr>
            <a:endParaRPr lang="en-US" sz="2400" b="1" dirty="0"/>
          </a:p>
          <a:p>
            <a:r>
              <a:rPr lang="en-US" sz="1700" dirty="0"/>
              <a:t>Select dropdown: Select(element).</a:t>
            </a:r>
            <a:r>
              <a:rPr lang="en-US" sz="1700" dirty="0" err="1"/>
              <a:t>select_by_visible_text</a:t>
            </a:r>
            <a:r>
              <a:rPr lang="en-US" sz="1700" dirty="0"/>
              <a:t>("Option")</a:t>
            </a:r>
          </a:p>
          <a:p>
            <a:r>
              <a:rPr lang="en-US" sz="1700" dirty="0"/>
              <a:t>Check/uncheck checkbox: </a:t>
            </a:r>
            <a:r>
              <a:rPr lang="en-US" sz="1700" dirty="0" err="1"/>
              <a:t>checkbox.click</a:t>
            </a:r>
            <a:r>
              <a:rPr lang="en-US" sz="1700" dirty="0"/>
              <a:t>()</a:t>
            </a:r>
          </a:p>
          <a:p>
            <a:r>
              <a:rPr lang="en-US" sz="1700" dirty="0"/>
              <a:t>Handle alerts: </a:t>
            </a:r>
            <a:r>
              <a:rPr lang="en-US" sz="1700" dirty="0" err="1"/>
              <a:t>driver.switch_to.alert.accept</a:t>
            </a:r>
            <a:r>
              <a:rPr lang="en-US" sz="1700" dirty="0"/>
              <a:t>()</a:t>
            </a:r>
          </a:p>
          <a:p>
            <a:r>
              <a:rPr lang="en-US" sz="1700" dirty="0"/>
              <a:t>Switch to </a:t>
            </a:r>
            <a:r>
              <a:rPr lang="en-US" sz="1700" dirty="0" err="1"/>
              <a:t>iframe</a:t>
            </a:r>
            <a:r>
              <a:rPr lang="en-US" sz="1700" dirty="0"/>
              <a:t>: </a:t>
            </a:r>
            <a:r>
              <a:rPr lang="en-US" sz="1700" dirty="0" err="1"/>
              <a:t>driver.switch_to.frame</a:t>
            </a:r>
            <a:r>
              <a:rPr lang="en-US" sz="1700" dirty="0"/>
              <a:t>("</a:t>
            </a:r>
            <a:r>
              <a:rPr lang="en-US" sz="1700" dirty="0" err="1"/>
              <a:t>iframe_id</a:t>
            </a:r>
            <a:r>
              <a:rPr lang="en-US" sz="1700" dirty="0"/>
              <a:t>")</a:t>
            </a:r>
          </a:p>
          <a:p>
            <a:r>
              <a:rPr lang="en-US" sz="1700" dirty="0"/>
              <a:t>Handle multiple windows: </a:t>
            </a:r>
            <a:r>
              <a:rPr lang="en-US" sz="1700" dirty="0" err="1"/>
              <a:t>driver.switch_to.window</a:t>
            </a:r>
            <a:r>
              <a:rPr lang="en-US" sz="1700" dirty="0"/>
              <a:t>(</a:t>
            </a:r>
            <a:r>
              <a:rPr lang="en-US" sz="1700" dirty="0" err="1"/>
              <a:t>driver.window_handles</a:t>
            </a:r>
            <a:r>
              <a:rPr lang="en-US" sz="1700" dirty="0"/>
              <a:t>[1])</a:t>
            </a:r>
          </a:p>
        </p:txBody>
      </p:sp>
    </p:spTree>
    <p:extLst>
      <p:ext uri="{BB962C8B-B14F-4D97-AF65-F5344CB8AC3E}">
        <p14:creationId xmlns:p14="http://schemas.microsoft.com/office/powerpoint/2010/main" val="3421358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43D569-8B2B-4DA7-A1AF-65B5629D4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3326A-75ED-62BC-EA59-5C481782C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BA001D-EF07-AF97-E9BB-BFBB5556E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1C05E1-B479-A189-694E-11A4818DEA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44F7AC-371C-FD0B-37A7-716ECA0672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B64F59-694A-6B9E-AC40-6A5E2F2034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4FE7E4-C03C-E342-2965-3F7B1E2EA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200" dirty="0">
                <a:solidFill>
                  <a:srgbClr val="FFFFFF"/>
                </a:solidFill>
              </a:rPr>
              <a:t>List of Selenium 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714D8-5512-5D0A-D7BC-B165F6695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Advanced Actions</a:t>
            </a:r>
          </a:p>
          <a:p>
            <a:pPr marL="0" indent="0">
              <a:buNone/>
            </a:pPr>
            <a:endParaRPr lang="en-US" sz="2400" b="1" dirty="0"/>
          </a:p>
          <a:p>
            <a:r>
              <a:rPr lang="en-US" sz="1700" dirty="0"/>
              <a:t>Execute JavaScript: </a:t>
            </a:r>
            <a:r>
              <a:rPr lang="en-US" sz="1700" dirty="0" err="1"/>
              <a:t>driver.execute_script</a:t>
            </a:r>
            <a:r>
              <a:rPr lang="en-US" sz="1700" dirty="0"/>
              <a:t>("alert('Hello!')")</a:t>
            </a:r>
          </a:p>
          <a:p>
            <a:r>
              <a:rPr lang="en-US" sz="1700" dirty="0"/>
              <a:t>Scroll page: </a:t>
            </a:r>
            <a:r>
              <a:rPr lang="en-US" sz="1700" dirty="0" err="1"/>
              <a:t>driver.execute_script</a:t>
            </a:r>
            <a:r>
              <a:rPr lang="en-US" sz="1700" dirty="0"/>
              <a:t>("</a:t>
            </a:r>
            <a:r>
              <a:rPr lang="en-US" sz="1700" dirty="0" err="1"/>
              <a:t>window.scrollTo</a:t>
            </a:r>
            <a:r>
              <a:rPr lang="en-US" sz="1700" dirty="0"/>
              <a:t>(0, </a:t>
            </a:r>
            <a:r>
              <a:rPr lang="en-US" sz="1700" dirty="0" err="1"/>
              <a:t>document.body.scrollHeight</a:t>
            </a:r>
            <a:r>
              <a:rPr lang="en-US" sz="1700" dirty="0"/>
              <a:t>);")</a:t>
            </a:r>
          </a:p>
          <a:p>
            <a:r>
              <a:rPr lang="en-US" sz="1700" dirty="0"/>
              <a:t>Take screenshot: </a:t>
            </a:r>
            <a:r>
              <a:rPr lang="en-US" sz="1700" dirty="0" err="1"/>
              <a:t>driver.save_screenshot</a:t>
            </a:r>
            <a:r>
              <a:rPr lang="en-US" sz="1700" dirty="0"/>
              <a:t>("screenshot.png")</a:t>
            </a:r>
          </a:p>
        </p:txBody>
      </p:sp>
    </p:spTree>
    <p:extLst>
      <p:ext uri="{BB962C8B-B14F-4D97-AF65-F5344CB8AC3E}">
        <p14:creationId xmlns:p14="http://schemas.microsoft.com/office/powerpoint/2010/main" val="8074240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706BF6-CEB1-61DE-36A2-34A65C13F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A1CE41A-D8AA-7F9F-6537-872D6A7F77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7C9356-0DD2-96DC-D0D1-67851230B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C98FBE-8627-133A-AD8C-7255BFAA7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931CE6-1D03-6259-9EA5-670A4EA1E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F60797-FA65-4019-7A8D-FC26F5621F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F94BD4-3590-FA17-10FB-3DF7570A1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200" dirty="0">
                <a:solidFill>
                  <a:srgbClr val="FFFFFF"/>
                </a:solidFill>
              </a:rPr>
              <a:t>Steps for Selenium Web Scraping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6CCD4-C983-0BED-187B-DE7D1D4AF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>
              <a:buFont typeface="+mj-lt"/>
              <a:buAutoNum type="arabicPeriod"/>
            </a:pPr>
            <a:r>
              <a:rPr lang="en-US" sz="1700" dirty="0"/>
              <a:t>Set Up WebDriver &amp; Open Website – Load the target URL using </a:t>
            </a:r>
            <a:r>
              <a:rPr lang="en-US" sz="1700" dirty="0" err="1"/>
              <a:t>driver.get</a:t>
            </a:r>
            <a:r>
              <a:rPr lang="en-US" sz="1700" dirty="0"/>
              <a:t>().</a:t>
            </a:r>
          </a:p>
          <a:p>
            <a:pPr>
              <a:buFont typeface="+mj-lt"/>
              <a:buAutoNum type="arabicPeriod"/>
            </a:pPr>
            <a:r>
              <a:rPr lang="en-US" sz="1700" dirty="0"/>
              <a:t>Locate Elements – Use XPath, CSS Selectors, ID, or Class Names to find elements.</a:t>
            </a:r>
          </a:p>
          <a:p>
            <a:pPr>
              <a:buFont typeface="+mj-lt"/>
              <a:buAutoNum type="arabicPeriod"/>
            </a:pPr>
            <a:r>
              <a:rPr lang="en-US" sz="1700" dirty="0"/>
              <a:t>Extract Data – Retrieve text, attributes, or iterate through multiple elements.</a:t>
            </a:r>
          </a:p>
          <a:p>
            <a:pPr>
              <a:buFont typeface="+mj-lt"/>
              <a:buAutoNum type="arabicPeriod"/>
            </a:pPr>
            <a:r>
              <a:rPr lang="en-US" sz="1700" dirty="0"/>
              <a:t>Handle Dynamic Content – Use explicit waits (</a:t>
            </a:r>
            <a:r>
              <a:rPr lang="en-US" sz="1700" dirty="0" err="1"/>
              <a:t>WebDriverWait</a:t>
            </a:r>
            <a:r>
              <a:rPr lang="en-US" sz="1700" dirty="0"/>
              <a:t>) for elements to load.</a:t>
            </a:r>
          </a:p>
          <a:p>
            <a:pPr>
              <a:buFont typeface="+mj-lt"/>
              <a:buAutoNum type="arabicPeriod"/>
            </a:pPr>
            <a:r>
              <a:rPr lang="en-US" sz="1700" dirty="0"/>
              <a:t>Handle Pagination – Click ‘Next’ button and repeat scraping if needed.</a:t>
            </a:r>
          </a:p>
          <a:p>
            <a:pPr>
              <a:buFont typeface="+mj-lt"/>
              <a:buAutoNum type="arabicPeriod"/>
            </a:pPr>
            <a:r>
              <a:rPr lang="en-US" sz="1700" dirty="0"/>
              <a:t>Store Data – Save extracted data into a CSV or database using Pandas.</a:t>
            </a:r>
          </a:p>
          <a:p>
            <a:pPr>
              <a:buFont typeface="+mj-lt"/>
              <a:buAutoNum type="arabicPeriod"/>
            </a:pPr>
            <a:r>
              <a:rPr lang="en-US" sz="1700" dirty="0"/>
              <a:t>Close Browser – Properly end session with </a:t>
            </a:r>
            <a:r>
              <a:rPr lang="en-US" sz="1700" dirty="0" err="1"/>
              <a:t>driver.quit</a:t>
            </a:r>
            <a:r>
              <a:rPr lang="en-US" sz="1700" dirty="0"/>
              <a:t>() to free up resources.</a:t>
            </a:r>
          </a:p>
        </p:txBody>
      </p:sp>
    </p:spTree>
    <p:extLst>
      <p:ext uri="{BB962C8B-B14F-4D97-AF65-F5344CB8AC3E}">
        <p14:creationId xmlns:p14="http://schemas.microsoft.com/office/powerpoint/2010/main" val="1997937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BFF9EB-94FB-D394-0DA1-0FF3D8289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4287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6ACA82-59DA-12EF-404E-1E553EF59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412488"/>
            <a:ext cx="2174391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Key Challenges - Selenium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0C1AB-19E2-CAFF-C09C-7F943FD0E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5641" y="1412489"/>
            <a:ext cx="2570462" cy="436384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defTabSz="914400">
              <a:lnSpc>
                <a:spcPct val="90000"/>
              </a:lnSpc>
              <a:buNone/>
            </a:pPr>
            <a:r>
              <a:rPr lang="en-US" sz="1200" dirty="0"/>
              <a:t> 1. Slow Execution </a:t>
            </a:r>
            <a:r>
              <a:rPr lang="en-US" sz="1200" dirty="0" err="1"/>
              <a:t>SpeedSelenium</a:t>
            </a:r>
            <a:r>
              <a:rPr lang="en-US" sz="1200" dirty="0"/>
              <a:t> opens a full browser instance, making it slower than headless automation </a:t>
            </a:r>
            <a:r>
              <a:rPr lang="en-US" sz="1200" dirty="0" err="1"/>
              <a:t>tools.Running</a:t>
            </a:r>
            <a:r>
              <a:rPr lang="en-US" sz="1200" dirty="0"/>
              <a:t> multiple instances consumes high CPU &amp; RAM, reducing efficiency.</a:t>
            </a:r>
          </a:p>
          <a:p>
            <a:pPr marL="0" indent="0" defTabSz="914400">
              <a:lnSpc>
                <a:spcPct val="90000"/>
              </a:lnSpc>
              <a:buNone/>
            </a:pPr>
            <a:r>
              <a:rPr lang="en-US" sz="1200" dirty="0"/>
              <a:t> 2. High Detection </a:t>
            </a:r>
            <a:r>
              <a:rPr lang="en-US" sz="1200" dirty="0" err="1"/>
              <a:t>RiskAmazon</a:t>
            </a:r>
            <a:r>
              <a:rPr lang="en-US" sz="1200" dirty="0"/>
              <a:t> easily detects Selenium-driven browsers through </a:t>
            </a:r>
            <a:r>
              <a:rPr lang="en-US" sz="1200" dirty="0" err="1"/>
              <a:t>navigator.webdriver.Requires</a:t>
            </a:r>
            <a:r>
              <a:rPr lang="en-US" sz="1200" dirty="0"/>
              <a:t> using undetected Selenium, modifying headers, or injecting JavaScript to mask automation.</a:t>
            </a:r>
          </a:p>
          <a:p>
            <a:pPr marL="0" indent="0" defTabSz="914400">
              <a:lnSpc>
                <a:spcPct val="90000"/>
              </a:lnSpc>
              <a:buNone/>
            </a:pPr>
            <a:r>
              <a:rPr lang="en-US" sz="1200" dirty="0"/>
              <a:t>3. Frequent Dynamic Page </a:t>
            </a:r>
            <a:r>
              <a:rPr lang="en-US" sz="1200" dirty="0" err="1"/>
              <a:t>UpdatesAmazon</a:t>
            </a:r>
            <a:r>
              <a:rPr lang="en-US" sz="1200" dirty="0"/>
              <a:t> loads content dynamically using </a:t>
            </a:r>
            <a:r>
              <a:rPr lang="en-US" sz="1200" dirty="0" err="1"/>
              <a:t>JavaScript.Requires</a:t>
            </a:r>
            <a:r>
              <a:rPr lang="en-US" sz="1200" dirty="0"/>
              <a:t> handling AJAX requests and waiting for elements (</a:t>
            </a:r>
            <a:r>
              <a:rPr lang="en-US" sz="1200" dirty="0" err="1"/>
              <a:t>WebDriverWait</a:t>
            </a:r>
            <a:r>
              <a:rPr lang="en-US" sz="1200" dirty="0"/>
              <a:t>).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7403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EE2312B-185C-C542-C1AD-7AEE9DF51407}"/>
              </a:ext>
            </a:extLst>
          </p:cNvPr>
          <p:cNvSpPr txBox="1"/>
          <p:nvPr/>
        </p:nvSpPr>
        <p:spPr>
          <a:xfrm>
            <a:off x="6338703" y="1412489"/>
            <a:ext cx="2398275" cy="436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100" dirty="0"/>
              <a:t>4. Handling Pop-ups &amp; Consent </a:t>
            </a:r>
            <a:r>
              <a:rPr lang="en-US" sz="1100" dirty="0" err="1"/>
              <a:t>BannersAmazon</a:t>
            </a:r>
            <a:r>
              <a:rPr lang="en-US" sz="1100" dirty="0"/>
              <a:t> displays cookie consent pop-ups, login prompts, and </a:t>
            </a:r>
            <a:r>
              <a:rPr lang="en-US" sz="1100" dirty="0" err="1"/>
              <a:t>alerts.Requires</a:t>
            </a:r>
            <a:r>
              <a:rPr lang="en-US" sz="1100" dirty="0"/>
              <a:t> managing pop-ups with Selenium’s </a:t>
            </a:r>
            <a:r>
              <a:rPr lang="en-US" sz="1100" dirty="0" err="1"/>
              <a:t>switch_to.alert</a:t>
            </a:r>
            <a:r>
              <a:rPr lang="en-US" sz="1100" dirty="0"/>
              <a:t> and click() methods.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100" dirty="0"/>
              <a:t>5. Extracting Variant-Specific </a:t>
            </a:r>
            <a:r>
              <a:rPr lang="en-US" sz="1100" dirty="0" err="1"/>
              <a:t>DetailsPrices</a:t>
            </a:r>
            <a:r>
              <a:rPr lang="en-US" sz="1100" dirty="0"/>
              <a:t>, availability, and discounts vary based on size, color, and </a:t>
            </a:r>
            <a:r>
              <a:rPr lang="en-US" sz="1100" dirty="0" err="1"/>
              <a:t>seller.Requires</a:t>
            </a:r>
            <a:r>
              <a:rPr lang="en-US" sz="1100" dirty="0"/>
              <a:t> switching between product variations and handling multiple DOM changes..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100" dirty="0"/>
              <a:t>6. Maintaining Sessions &amp; Avoiding </a:t>
            </a:r>
            <a:r>
              <a:rPr lang="en-US" sz="1100" dirty="0" err="1"/>
              <a:t>LogoutsSome</a:t>
            </a:r>
            <a:r>
              <a:rPr lang="en-US" sz="1100" dirty="0"/>
              <a:t> data requires login, but Selenium doesn’t persist sessions </a:t>
            </a:r>
            <a:r>
              <a:rPr lang="en-US" sz="1100" dirty="0" err="1"/>
              <a:t>well.Requires</a:t>
            </a:r>
            <a:r>
              <a:rPr lang="en-US" sz="1100" dirty="0"/>
              <a:t> managing cookies manually or using automation-friendly browsers.</a:t>
            </a:r>
          </a:p>
        </p:txBody>
      </p:sp>
    </p:spTree>
    <p:extLst>
      <p:ext uri="{BB962C8B-B14F-4D97-AF65-F5344CB8AC3E}">
        <p14:creationId xmlns:p14="http://schemas.microsoft.com/office/powerpoint/2010/main" val="21037776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29D6E7-E76A-A6C0-CBFD-0FE28E980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7C7F824-24C8-718E-E772-F6C84030D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5B2518-8EE7-90AA-23F3-1BFECBF4E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791EF6-3CE7-3170-80E3-B30716144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8D3B9A-C2A3-8902-EFB2-613B58370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0F872E-E9B7-FFA8-D231-7F188DFE2C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3E6D8D-44BD-5B9E-4574-D0332B889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200" dirty="0">
                <a:solidFill>
                  <a:srgbClr val="FFFFFF"/>
                </a:solidFill>
              </a:rPr>
              <a:t>Introduction to Puppeteer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FCBD9-B2B1-DEE1-5F12-688C420E5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 dirty="0"/>
              <a:t>Puppeteer is a Node.js library for automating Chrome and Chromium browsers.</a:t>
            </a:r>
          </a:p>
          <a:p>
            <a:r>
              <a:rPr lang="en-US" sz="1700" dirty="0"/>
              <a:t>Provides a high-level API to control browsers over the </a:t>
            </a:r>
            <a:r>
              <a:rPr lang="en-US" sz="1700" dirty="0" err="1"/>
              <a:t>DevTools</a:t>
            </a:r>
            <a:r>
              <a:rPr lang="en-US" sz="1700" dirty="0"/>
              <a:t> Protocol.</a:t>
            </a:r>
          </a:p>
          <a:p>
            <a:r>
              <a:rPr lang="en-US" sz="1700" dirty="0"/>
              <a:t>Used for web scraping, UI testing, and generating PDFs/screenshots.</a:t>
            </a:r>
          </a:p>
          <a:p>
            <a:r>
              <a:rPr lang="en-US" sz="1700" dirty="0"/>
              <a:t>Supports headless (default) and non-headless modes.</a:t>
            </a:r>
          </a:p>
          <a:p>
            <a:pPr marL="0" indent="0">
              <a:buNone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3426004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12A670-0828-871C-E495-D3F004AAE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67C7F90-4BA5-91CD-526C-949111C57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7C1549-0FF4-DED5-F8AB-F082D273E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3CC92F-119A-D8BC-56B5-288B7546B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F3EF74-AC27-61BE-A48C-54A4605BF4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F8BD17-7C74-446A-7931-C087303A47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638809-9095-6343-ED7D-1E906BBCB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200" dirty="0">
                <a:solidFill>
                  <a:srgbClr val="FFFFFF"/>
                </a:solidFill>
              </a:rPr>
              <a:t> Puppeteer 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99B0D-9DE3-D213-65E8-ABDE74ABD6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 dirty="0"/>
              <a:t>Automates browser tasks (navigation, clicks, typing, etc.).</a:t>
            </a:r>
          </a:p>
          <a:p>
            <a:r>
              <a:rPr lang="en-US" sz="1700" dirty="0"/>
              <a:t>Headless mode for fast automation without UI rendering.</a:t>
            </a:r>
          </a:p>
          <a:p>
            <a:r>
              <a:rPr lang="en-US" sz="1700" dirty="0"/>
              <a:t>Built-in screenshot &amp; PDF generation.</a:t>
            </a:r>
          </a:p>
          <a:p>
            <a:r>
              <a:rPr lang="en-US" sz="1700" dirty="0"/>
              <a:t>Network interception for request/response control.</a:t>
            </a:r>
          </a:p>
          <a:p>
            <a:r>
              <a:rPr lang="en-US" sz="1700" dirty="0"/>
              <a:t>Evaluate JavaScript in browser context.</a:t>
            </a:r>
          </a:p>
          <a:p>
            <a:r>
              <a:rPr lang="en-US" sz="1700" dirty="0"/>
              <a:t>Handle multiple pages and tabs.</a:t>
            </a:r>
          </a:p>
          <a:p>
            <a:pPr marL="0" indent="0">
              <a:buNone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1605221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A1C0CD-0035-FDC0-E64A-E98B306EE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7656D5D-47F2-E9E2-D5CE-BD80BEA37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82C52C-A800-8F9C-2001-EC8C88021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5F85DA-26A8-D6F1-7007-21C091A2E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1C2B6E-1E9D-68D7-0422-483BA5D181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D1C438-E146-2220-007B-36A88CA4ED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79AC24-93A1-AF3E-1EAD-2131ABCB5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200" dirty="0">
                <a:solidFill>
                  <a:srgbClr val="FFFFFF"/>
                </a:solidFill>
              </a:rPr>
              <a:t> Locating Elements in Puppeteer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46316-8850-1BFF-C999-F42E803CF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 dirty="0"/>
              <a:t>Query by Selector: page.$("selector")</a:t>
            </a:r>
          </a:p>
          <a:p>
            <a:r>
              <a:rPr lang="en-US" sz="1700" dirty="0"/>
              <a:t>Query All Elements: page.$$("selector")</a:t>
            </a:r>
          </a:p>
          <a:p>
            <a:r>
              <a:rPr lang="en-US" sz="1700" dirty="0"/>
              <a:t>Query by XPath: </a:t>
            </a:r>
            <a:r>
              <a:rPr lang="en-US" sz="1700" dirty="0" err="1"/>
              <a:t>page.$x</a:t>
            </a:r>
            <a:r>
              <a:rPr lang="en-US" sz="1700" dirty="0"/>
              <a:t>("//tag[@attr='value’]”)</a:t>
            </a:r>
          </a:p>
          <a:p>
            <a:endParaRPr lang="en-US" sz="1700" dirty="0"/>
          </a:p>
          <a:p>
            <a:r>
              <a:rPr lang="en-US" sz="1700" dirty="0"/>
              <a:t>Get Text Content:</a:t>
            </a:r>
          </a:p>
          <a:p>
            <a:pPr marL="0" indent="0">
              <a:buNone/>
            </a:pPr>
            <a:r>
              <a:rPr lang="en-US" sz="1700" dirty="0"/>
              <a:t>const element = await page.$("h1");</a:t>
            </a:r>
          </a:p>
          <a:p>
            <a:pPr marL="0" indent="0">
              <a:buNone/>
            </a:pPr>
            <a:r>
              <a:rPr lang="en-US" sz="1700" dirty="0"/>
              <a:t>const text = await </a:t>
            </a:r>
            <a:r>
              <a:rPr lang="en-US" sz="1700" dirty="0" err="1"/>
              <a:t>page.evaluate</a:t>
            </a:r>
            <a:r>
              <a:rPr lang="en-US" sz="1700" dirty="0"/>
              <a:t>(</a:t>
            </a:r>
            <a:r>
              <a:rPr lang="en-US" sz="1700" dirty="0" err="1"/>
              <a:t>el</a:t>
            </a:r>
            <a:r>
              <a:rPr lang="en-US" sz="1700" dirty="0"/>
              <a:t> =&gt; </a:t>
            </a:r>
            <a:r>
              <a:rPr lang="en-US" sz="1700" dirty="0" err="1"/>
              <a:t>el.textContent</a:t>
            </a:r>
            <a:r>
              <a:rPr lang="en-US" sz="1700" dirty="0"/>
              <a:t>, element);</a:t>
            </a:r>
          </a:p>
          <a:p>
            <a:pPr marL="0" indent="0">
              <a:buNone/>
            </a:pPr>
            <a:r>
              <a:rPr lang="en-US" sz="1700" dirty="0"/>
              <a:t>console.log(text);</a:t>
            </a:r>
          </a:p>
          <a:p>
            <a:pPr marL="0" indent="0">
              <a:buNone/>
            </a:pPr>
            <a:endParaRPr lang="en-US" sz="1700" dirty="0"/>
          </a:p>
          <a:p>
            <a:r>
              <a:rPr lang="en-US" sz="1700" dirty="0"/>
              <a:t>Get Attribute Value:  </a:t>
            </a:r>
          </a:p>
          <a:p>
            <a:pPr marL="0" indent="0">
              <a:buNone/>
            </a:pPr>
            <a:r>
              <a:rPr lang="en-US" sz="1700" dirty="0"/>
              <a:t>const </a:t>
            </a:r>
            <a:r>
              <a:rPr lang="en-US" sz="1700" dirty="0" err="1"/>
              <a:t>href</a:t>
            </a:r>
            <a:r>
              <a:rPr lang="en-US" sz="1700" dirty="0"/>
              <a:t> = await </a:t>
            </a:r>
            <a:r>
              <a:rPr lang="en-US" sz="1700" dirty="0" err="1"/>
              <a:t>page.evaluate</a:t>
            </a:r>
            <a:r>
              <a:rPr lang="en-US" sz="1700" dirty="0"/>
              <a:t>(</a:t>
            </a:r>
            <a:r>
              <a:rPr lang="en-US" sz="1700" dirty="0" err="1"/>
              <a:t>el</a:t>
            </a:r>
            <a:r>
              <a:rPr lang="en-US" sz="1700" dirty="0"/>
              <a:t> =&gt; </a:t>
            </a:r>
            <a:r>
              <a:rPr lang="en-US" sz="1700" dirty="0" err="1"/>
              <a:t>el.href</a:t>
            </a:r>
            <a:r>
              <a:rPr lang="en-US" sz="1700" dirty="0"/>
              <a:t>, await page.$("a"));</a:t>
            </a:r>
          </a:p>
          <a:p>
            <a:endParaRPr lang="en-US" sz="1700" dirty="0"/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174671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8F958E-F65F-284A-6DFF-03D54DB54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4019FDD-2217-7CB6-594E-FFBD79760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99A6C6-CB0E-4103-220F-1D2D29D4D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3CCAA9-94B5-E17A-6A27-AA6150348B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D3FFC6-EE11-A0B3-FF70-068C838B3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82210A-60C6-1CCA-8AC3-84ABB0583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63C298-1CAA-5926-CF37-AF16C8033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200" dirty="0">
                <a:solidFill>
                  <a:srgbClr val="FFFFFF"/>
                </a:solidFill>
              </a:rPr>
              <a:t>List of Puppeteer 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AD0B9-FAAB-CB0E-8356-D10C363F8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Basic Actions</a:t>
            </a:r>
          </a:p>
          <a:p>
            <a:pPr marL="0" indent="0">
              <a:buNone/>
            </a:pPr>
            <a:endParaRPr lang="en-US" sz="2400" b="1" dirty="0"/>
          </a:p>
          <a:p>
            <a:r>
              <a:rPr lang="en-US" sz="1700" dirty="0"/>
              <a:t>Open a page: await </a:t>
            </a:r>
            <a:r>
              <a:rPr lang="en-US" sz="1700" dirty="0" err="1"/>
              <a:t>page.goto</a:t>
            </a:r>
            <a:r>
              <a:rPr lang="en-US" sz="1700" dirty="0"/>
              <a:t>("https://example.com")</a:t>
            </a:r>
          </a:p>
          <a:p>
            <a:r>
              <a:rPr lang="en-US" sz="1700" dirty="0"/>
              <a:t>Get page title: await </a:t>
            </a:r>
            <a:r>
              <a:rPr lang="en-US" sz="1700" dirty="0" err="1"/>
              <a:t>page.title</a:t>
            </a:r>
            <a:r>
              <a:rPr lang="en-US" sz="1700" dirty="0"/>
              <a:t>()</a:t>
            </a:r>
          </a:p>
          <a:p>
            <a:r>
              <a:rPr lang="en-US" sz="1700" dirty="0"/>
              <a:t>Reload page: await </a:t>
            </a:r>
            <a:r>
              <a:rPr lang="en-US" sz="1700" dirty="0" err="1"/>
              <a:t>page.reload</a:t>
            </a:r>
            <a:r>
              <a:rPr lang="en-US" sz="1700" dirty="0"/>
              <a:t>()</a:t>
            </a:r>
          </a:p>
          <a:p>
            <a:r>
              <a:rPr lang="en-US" sz="1700" dirty="0"/>
              <a:t>Navigate back/forward: await </a:t>
            </a:r>
            <a:r>
              <a:rPr lang="en-US" sz="1700" dirty="0" err="1"/>
              <a:t>page.goBack</a:t>
            </a:r>
            <a:r>
              <a:rPr lang="en-US" sz="1700" dirty="0"/>
              <a:t>(), await </a:t>
            </a:r>
            <a:r>
              <a:rPr lang="en-US" sz="1700" dirty="0" err="1"/>
              <a:t>page.goForward</a:t>
            </a:r>
            <a:r>
              <a:rPr lang="en-US" sz="17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8067595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B482F0-9FDB-1F64-48EE-765D56730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D438A0-A19C-4295-AC3F-BDEF409982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B31BA9-232F-7F63-A2F2-94D008E28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6775CE-AB2C-ED74-4D8A-F9454F202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AC9A89-D9C2-3BB7-7B56-AD718691C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E42B41-118D-60BE-A876-4F11F7078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97EB54-8448-6718-1D68-C773BF330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200" dirty="0">
                <a:solidFill>
                  <a:srgbClr val="FFFFFF"/>
                </a:solidFill>
              </a:rPr>
              <a:t>List of Puppeteer 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1B2C4-B147-DD69-517D-191CA5FD3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Element Interactions</a:t>
            </a:r>
          </a:p>
          <a:p>
            <a:pPr marL="0" indent="0">
              <a:buNone/>
            </a:pPr>
            <a:endParaRPr lang="en-US" sz="2400" b="1" dirty="0"/>
          </a:p>
          <a:p>
            <a:r>
              <a:rPr lang="en-US" sz="1700" dirty="0"/>
              <a:t>Click: await </a:t>
            </a:r>
            <a:r>
              <a:rPr lang="en-US" sz="1700" dirty="0" err="1"/>
              <a:t>page.click</a:t>
            </a:r>
            <a:r>
              <a:rPr lang="en-US" sz="1700" dirty="0"/>
              <a:t>("selector")</a:t>
            </a:r>
          </a:p>
          <a:p>
            <a:r>
              <a:rPr lang="en-US" sz="1700" dirty="0"/>
              <a:t>Type text: await </a:t>
            </a:r>
            <a:r>
              <a:rPr lang="en-US" sz="1700" dirty="0" err="1"/>
              <a:t>page.type</a:t>
            </a:r>
            <a:r>
              <a:rPr lang="en-US" sz="1700" dirty="0"/>
              <a:t>("selector", "input text")</a:t>
            </a:r>
          </a:p>
          <a:p>
            <a:r>
              <a:rPr lang="en-US" sz="1700" dirty="0"/>
              <a:t>Submit form: await </a:t>
            </a:r>
            <a:r>
              <a:rPr lang="en-US" sz="1700" dirty="0" err="1"/>
              <a:t>page.press</a:t>
            </a:r>
            <a:r>
              <a:rPr lang="en-US" sz="1700" dirty="0"/>
              <a:t>("Enter")</a:t>
            </a:r>
          </a:p>
          <a:p>
            <a:r>
              <a:rPr lang="en-US" sz="1700" dirty="0"/>
              <a:t>Get inner text: await </a:t>
            </a:r>
            <a:r>
              <a:rPr lang="en-US" sz="1700" dirty="0" err="1"/>
              <a:t>page.$eval</a:t>
            </a:r>
            <a:r>
              <a:rPr lang="en-US" sz="1700" dirty="0"/>
              <a:t>("selector", </a:t>
            </a:r>
            <a:r>
              <a:rPr lang="en-US" sz="1700" dirty="0" err="1"/>
              <a:t>el</a:t>
            </a:r>
            <a:r>
              <a:rPr lang="en-US" sz="1700" dirty="0"/>
              <a:t> =&gt; </a:t>
            </a:r>
            <a:r>
              <a:rPr lang="en-US" sz="1700" dirty="0" err="1"/>
              <a:t>el.textContent</a:t>
            </a:r>
            <a:r>
              <a:rPr lang="en-US" sz="17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964321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B8AE48-E14A-6C31-AE7F-98D72368B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CFE5879-3F5D-4243-6D08-1947C2D34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54C68-484A-3DE5-A1FF-D7761604E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E0CAA6-A9D7-56EE-E196-EE9A02B09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D76877-FF21-0CB8-0B6E-E08293010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5799CA-8B97-3F7D-A183-F830B76040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455D0A-2FDD-F8FE-DEA0-C4ABDE82D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200" dirty="0">
                <a:solidFill>
                  <a:srgbClr val="FFFFFF"/>
                </a:solidFill>
              </a:rPr>
              <a:t>List of Puppeteer 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49999-3222-5164-E63C-7C735807A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b="1" dirty="0"/>
              <a:t>Handling UI Elements</a:t>
            </a:r>
          </a:p>
          <a:p>
            <a:pPr marL="0" indent="0">
              <a:buNone/>
            </a:pPr>
            <a:endParaRPr lang="en-US" sz="2400" b="1" dirty="0"/>
          </a:p>
          <a:p>
            <a:r>
              <a:rPr lang="en-US" sz="1700" b="1" dirty="0"/>
              <a:t>Select dropdown:</a:t>
            </a:r>
          </a:p>
          <a:p>
            <a:pPr marL="0" indent="0">
              <a:buNone/>
            </a:pPr>
            <a:r>
              <a:rPr lang="en-US" sz="1700" dirty="0"/>
              <a:t>await </a:t>
            </a:r>
            <a:r>
              <a:rPr lang="en-US" sz="1700" dirty="0" err="1"/>
              <a:t>page.select</a:t>
            </a:r>
            <a:r>
              <a:rPr lang="en-US" sz="1700" dirty="0"/>
              <a:t>("select[name='dropdown']", "</a:t>
            </a:r>
            <a:r>
              <a:rPr lang="en-US" sz="1700" dirty="0" err="1"/>
              <a:t>optionValue</a:t>
            </a:r>
            <a:r>
              <a:rPr lang="en-US" sz="1700" dirty="0"/>
              <a:t>");</a:t>
            </a:r>
          </a:p>
          <a:p>
            <a:r>
              <a:rPr lang="en-US" sz="1700" b="1" dirty="0"/>
              <a:t>Check/uncheck checkbox:</a:t>
            </a:r>
          </a:p>
          <a:p>
            <a:pPr marL="0" indent="0">
              <a:buNone/>
            </a:pPr>
            <a:r>
              <a:rPr lang="en-US" sz="1700" dirty="0"/>
              <a:t>wait </a:t>
            </a:r>
            <a:r>
              <a:rPr lang="en-US" sz="1700" dirty="0" err="1"/>
              <a:t>page.click</a:t>
            </a:r>
            <a:r>
              <a:rPr lang="en-US" sz="1700" dirty="0"/>
              <a:t>("input[type='checkbox']");</a:t>
            </a:r>
          </a:p>
          <a:p>
            <a:r>
              <a:rPr lang="en-US" sz="1700" b="1" dirty="0"/>
              <a:t>Handle alerts:</a:t>
            </a:r>
          </a:p>
          <a:p>
            <a:pPr marL="0" indent="0">
              <a:buNone/>
            </a:pPr>
            <a:r>
              <a:rPr lang="en-US" sz="1700" dirty="0" err="1"/>
              <a:t>page.on</a:t>
            </a:r>
            <a:r>
              <a:rPr lang="en-US" sz="1700" dirty="0"/>
              <a:t>("dialog", async dialog =&gt; {</a:t>
            </a:r>
          </a:p>
          <a:p>
            <a:pPr marL="0" indent="0">
              <a:buNone/>
            </a:pPr>
            <a:r>
              <a:rPr lang="en-US" sz="1700" dirty="0"/>
              <a:t>console.log(</a:t>
            </a:r>
            <a:r>
              <a:rPr lang="en-US" sz="1700" dirty="0" err="1"/>
              <a:t>dialog.message</a:t>
            </a:r>
            <a:r>
              <a:rPr lang="en-US" sz="1700" dirty="0"/>
              <a:t>());</a:t>
            </a:r>
          </a:p>
          <a:p>
            <a:pPr marL="0" indent="0">
              <a:buNone/>
            </a:pPr>
            <a:r>
              <a:rPr lang="en-US" sz="1700" dirty="0"/>
              <a:t>await </a:t>
            </a:r>
            <a:r>
              <a:rPr lang="en-US" sz="1700" dirty="0" err="1"/>
              <a:t>dialog.accept</a:t>
            </a:r>
            <a:r>
              <a:rPr lang="en-US" sz="1700" dirty="0"/>
              <a:t>();</a:t>
            </a:r>
          </a:p>
          <a:p>
            <a:pPr marL="0" indent="0">
              <a:buNone/>
            </a:pPr>
            <a:r>
              <a:rPr lang="en-US" sz="1700" dirty="0"/>
              <a:t>});</a:t>
            </a:r>
          </a:p>
          <a:p>
            <a:r>
              <a:rPr lang="en-US" sz="1700" b="1" dirty="0"/>
              <a:t>Handle multiple tabs:</a:t>
            </a:r>
          </a:p>
          <a:p>
            <a:pPr marL="0" indent="0">
              <a:buNone/>
            </a:pPr>
            <a:r>
              <a:rPr lang="en-US" sz="1700" dirty="0"/>
              <a:t>const pages = await </a:t>
            </a:r>
            <a:r>
              <a:rPr lang="en-US" sz="1700" dirty="0" err="1"/>
              <a:t>browser.pages</a:t>
            </a:r>
            <a:r>
              <a:rPr lang="en-US" sz="1700" dirty="0"/>
              <a:t>();</a:t>
            </a:r>
          </a:p>
          <a:p>
            <a:pPr marL="0" indent="0">
              <a:buNone/>
            </a:pPr>
            <a:r>
              <a:rPr lang="en-US" sz="1700" dirty="0"/>
              <a:t>await pages[1].</a:t>
            </a:r>
            <a:r>
              <a:rPr lang="en-US" sz="1700" dirty="0" err="1"/>
              <a:t>bringToFront</a:t>
            </a:r>
            <a:r>
              <a:rPr lang="en-US" sz="1700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3667597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4CBB30-373F-8124-924F-F469C356F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DDF90E4-7F53-DBE3-B780-1784AC14A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2BDF2D-2997-5B97-B2DA-DA0805F02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9A980F-8E26-19FA-908D-CA711F2B6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7999BB-A1F7-2B0F-E5C4-92A7D641A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8564AE-D572-57A8-384E-6652E2259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3E061D-9DD6-9E1D-6968-2A5C86444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200" dirty="0">
                <a:solidFill>
                  <a:srgbClr val="FFFFFF"/>
                </a:solidFill>
              </a:rPr>
              <a:t>List of Puppeteer 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3AC2D-569E-4561-9FD5-9ED0E4EB2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Advanced Actions</a:t>
            </a:r>
          </a:p>
          <a:p>
            <a:r>
              <a:rPr lang="en-US" sz="1700" b="1" dirty="0"/>
              <a:t>Scroll page:</a:t>
            </a:r>
          </a:p>
          <a:p>
            <a:pPr marL="0" indent="0">
              <a:buNone/>
            </a:pPr>
            <a:r>
              <a:rPr lang="en-US" sz="1700" dirty="0"/>
              <a:t>await </a:t>
            </a:r>
            <a:r>
              <a:rPr lang="en-US" sz="1700" dirty="0" err="1"/>
              <a:t>page.evaluate</a:t>
            </a:r>
            <a:r>
              <a:rPr lang="en-US" sz="1700" dirty="0"/>
              <a:t>(() =&gt; </a:t>
            </a:r>
            <a:r>
              <a:rPr lang="en-US" sz="1700" dirty="0" err="1"/>
              <a:t>window.scrollTo</a:t>
            </a:r>
            <a:r>
              <a:rPr lang="en-US" sz="1700" dirty="0"/>
              <a:t>(0, </a:t>
            </a:r>
            <a:r>
              <a:rPr lang="en-US" sz="1700" dirty="0" err="1"/>
              <a:t>document.body.scrollHeight</a:t>
            </a:r>
            <a:r>
              <a:rPr lang="en-US" sz="1700" dirty="0"/>
              <a:t>));</a:t>
            </a:r>
          </a:p>
          <a:p>
            <a:r>
              <a:rPr lang="en-US" sz="1700" b="1" dirty="0"/>
              <a:t>Execute JavaScript:</a:t>
            </a:r>
          </a:p>
          <a:p>
            <a:pPr marL="0" indent="0">
              <a:buNone/>
            </a:pPr>
            <a:r>
              <a:rPr lang="en-US" sz="1700" dirty="0"/>
              <a:t>await </a:t>
            </a:r>
            <a:r>
              <a:rPr lang="en-US" sz="1700" dirty="0" err="1"/>
              <a:t>page.evaluate</a:t>
            </a:r>
            <a:r>
              <a:rPr lang="en-US" sz="1700" dirty="0"/>
              <a:t>(() =&gt; alert("Hello from Puppeteer!"));</a:t>
            </a:r>
          </a:p>
          <a:p>
            <a:r>
              <a:rPr lang="en-US" sz="1700" b="1" dirty="0"/>
              <a:t>Take screenshot</a:t>
            </a:r>
          </a:p>
          <a:p>
            <a:pPr marL="0" indent="0">
              <a:buNone/>
            </a:pPr>
            <a:r>
              <a:rPr lang="en-US" sz="1700" dirty="0"/>
              <a:t>await </a:t>
            </a:r>
            <a:r>
              <a:rPr lang="en-US" sz="1700" dirty="0" err="1"/>
              <a:t>page.screenshot</a:t>
            </a:r>
            <a:r>
              <a:rPr lang="en-US" sz="1700" dirty="0"/>
              <a:t>({ path: "screenshot.png" });</a:t>
            </a:r>
          </a:p>
          <a:p>
            <a:r>
              <a:rPr lang="en-US" sz="1700" b="1" dirty="0"/>
              <a:t>Generate PDF:</a:t>
            </a:r>
          </a:p>
          <a:p>
            <a:pPr marL="0" indent="0">
              <a:buNone/>
            </a:pPr>
            <a:r>
              <a:rPr lang="en-US" sz="1700" dirty="0"/>
              <a:t>await page.pdf({ path: "output.pdf", format: "A4" });</a:t>
            </a:r>
          </a:p>
        </p:txBody>
      </p:sp>
    </p:spTree>
    <p:extLst>
      <p:ext uri="{BB962C8B-B14F-4D97-AF65-F5344CB8AC3E}">
        <p14:creationId xmlns:p14="http://schemas.microsoft.com/office/powerpoint/2010/main" val="20221644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AA8DE2-5BA3-07C6-383B-410A874E3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E9D86D4-258F-DE36-E703-3D9A6087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DA2A70-9DD6-3D5A-7254-7CBC4B4D2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7C72DF-413C-7F3A-32FC-49E76174C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56A62E-2BF6-BDAF-8AAC-EB92D6E62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5D0719-2DB3-9BD1-9CA7-2FE0E637E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36A470-44AE-5976-408E-AE85DC0F1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</a:rPr>
              <a:t>Steps for Web Scraping with Puppeteer</a:t>
            </a:r>
            <a:endParaRPr lang="en-IN" sz="32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742F1-C7FD-93B1-63F4-A93195E13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>
              <a:buFont typeface="+mj-lt"/>
              <a:buAutoNum type="arabicPeriod"/>
            </a:pPr>
            <a:r>
              <a:rPr lang="en-US" sz="1700" dirty="0"/>
              <a:t>Launch Puppeteer &amp; Open Website – Start browser, open a new page, and navigate to the target URL.</a:t>
            </a:r>
          </a:p>
          <a:p>
            <a:pPr>
              <a:buFont typeface="+mj-lt"/>
              <a:buAutoNum type="arabicPeriod"/>
            </a:pPr>
            <a:r>
              <a:rPr lang="en-US" sz="1700" dirty="0"/>
              <a:t>Locate &amp; Extract Data – Use selectors to find and scrape elements.</a:t>
            </a:r>
          </a:p>
          <a:p>
            <a:pPr>
              <a:buFont typeface="+mj-lt"/>
              <a:buAutoNum type="arabicPeriod"/>
            </a:pPr>
            <a:r>
              <a:rPr lang="en-US" sz="1700" dirty="0"/>
              <a:t>Handle Dynamic Content – Wait for elements to load with </a:t>
            </a:r>
            <a:r>
              <a:rPr lang="en-US" sz="1700" dirty="0" err="1"/>
              <a:t>waitForSelector</a:t>
            </a:r>
            <a:r>
              <a:rPr lang="en-US" sz="1700" dirty="0"/>
              <a:t>().</a:t>
            </a:r>
          </a:p>
          <a:p>
            <a:pPr>
              <a:buFont typeface="+mj-lt"/>
              <a:buAutoNum type="arabicPeriod"/>
            </a:pPr>
            <a:r>
              <a:rPr lang="en-US" sz="1700" dirty="0"/>
              <a:t>Handle Pagination – Click the ‘Next’ button and repeat scraping if needed.</a:t>
            </a:r>
          </a:p>
          <a:p>
            <a:pPr>
              <a:buFont typeface="+mj-lt"/>
              <a:buAutoNum type="arabicPeriod"/>
            </a:pPr>
            <a:r>
              <a:rPr lang="en-US" sz="1700" dirty="0"/>
              <a:t>Store Data – Save extracted data to a JSON or CSV file.</a:t>
            </a:r>
          </a:p>
          <a:p>
            <a:pPr>
              <a:buFont typeface="+mj-lt"/>
              <a:buAutoNum type="arabicPeriod"/>
            </a:pPr>
            <a:r>
              <a:rPr lang="en-US" sz="1700" dirty="0"/>
              <a:t>Close Browser – Properly end the session with </a:t>
            </a:r>
            <a:r>
              <a:rPr lang="en-US" sz="1700" dirty="0" err="1"/>
              <a:t>browser.close</a:t>
            </a:r>
            <a:r>
              <a:rPr lang="en-US" sz="1700" dirty="0"/>
              <a:t>().</a:t>
            </a:r>
          </a:p>
        </p:txBody>
      </p:sp>
    </p:spTree>
    <p:extLst>
      <p:ext uri="{BB962C8B-B14F-4D97-AF65-F5344CB8AC3E}">
        <p14:creationId xmlns:p14="http://schemas.microsoft.com/office/powerpoint/2010/main" val="27985091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3E5BD7-CDA8-A680-D5A6-0E0B22CEC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815DFB8-8929-7378-0B2B-BCAEAC9AC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C20776-A2A6-93D7-28AC-9984ED1CB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7A4D05-0158-6BDC-6C3C-2174EFBFD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AEBABC-87CF-16ED-3B3C-D8E989CAF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068D22-231C-BD78-830B-4A5F3FB194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2F7A26-DA9C-403B-BFDD-088742071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</a:rPr>
              <a:t>Headless Mode &amp; Advanced Features in Puppeteer</a:t>
            </a:r>
            <a:endParaRPr lang="en-IN" sz="32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418DD-A6B8-A9F5-EF4F-EA47BADBF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>
              <a:buFont typeface="+mj-lt"/>
              <a:buAutoNum type="arabicPeriod"/>
            </a:pPr>
            <a:r>
              <a:rPr lang="en-US" sz="1700" dirty="0"/>
              <a:t>Headless Mode – Runs without opening a browser window (headless: true).</a:t>
            </a:r>
          </a:p>
          <a:p>
            <a:pPr>
              <a:buFont typeface="+mj-lt"/>
              <a:buAutoNum type="arabicPeriod"/>
            </a:pPr>
            <a:r>
              <a:rPr lang="en-US" sz="1700" dirty="0"/>
              <a:t>Intercept Network Requests – Block or modify requests (e.g., prevent image loading).</a:t>
            </a:r>
          </a:p>
          <a:p>
            <a:pPr>
              <a:buFont typeface="+mj-lt"/>
              <a:buAutoNum type="arabicPeriod"/>
            </a:pPr>
            <a:r>
              <a:rPr lang="en-US" sz="1700" dirty="0"/>
              <a:t>Emulate Mobile Devices – Simulate different screen sizes and behaviors (</a:t>
            </a:r>
            <a:r>
              <a:rPr lang="en-US" sz="1700" dirty="0" err="1"/>
              <a:t>puppeteer.devices</a:t>
            </a:r>
            <a:r>
              <a:rPr lang="en-US" sz="1700" dirty="0"/>
              <a:t>["iPhone X"]).</a:t>
            </a:r>
          </a:p>
          <a:p>
            <a:pPr>
              <a:buFont typeface="+mj-lt"/>
              <a:buAutoNum type="arabicPeriod"/>
            </a:pPr>
            <a:r>
              <a:rPr lang="en-US" sz="1700" dirty="0"/>
              <a:t>Handle File Uploads – Select file input and upload a file programmatically.</a:t>
            </a:r>
          </a:p>
        </p:txBody>
      </p:sp>
    </p:spTree>
    <p:extLst>
      <p:ext uri="{BB962C8B-B14F-4D97-AF65-F5344CB8AC3E}">
        <p14:creationId xmlns:p14="http://schemas.microsoft.com/office/powerpoint/2010/main" val="5156114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507256-1A9E-F3EC-C036-8A330EA03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B7A7F546-A5E0-95BD-60A5-0995C452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4287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D398E6-0211-AC1D-2596-9CD9A998F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412488"/>
            <a:ext cx="2174391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Key Challenges </a:t>
            </a:r>
            <a:r>
              <a:rPr lang="en-US" sz="3500" dirty="0">
                <a:solidFill>
                  <a:srgbClr val="FFFFFF"/>
                </a:solidFill>
              </a:rPr>
              <a:t>-</a:t>
            </a:r>
            <a:r>
              <a:rPr lang="en-US" sz="3600" dirty="0">
                <a:solidFill>
                  <a:srgbClr val="FFFFFF"/>
                </a:solidFill>
              </a:rPr>
              <a:t>Puppeteer</a:t>
            </a:r>
            <a:endParaRPr lang="en-US" sz="35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ED32D-D3CE-8AAF-7098-959811C45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5641" y="1412489"/>
            <a:ext cx="2570462" cy="436384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defTabSz="914400">
              <a:lnSpc>
                <a:spcPct val="90000"/>
              </a:lnSpc>
              <a:buNone/>
            </a:pPr>
            <a:r>
              <a:rPr lang="en-US" sz="1200" dirty="0"/>
              <a:t>  1. Amazon's Anti-Scraping </a:t>
            </a:r>
            <a:r>
              <a:rPr lang="en-US" sz="1200" dirty="0" err="1"/>
              <a:t>MechanismsIP</a:t>
            </a:r>
            <a:r>
              <a:rPr lang="en-US" sz="1200" dirty="0"/>
              <a:t> Blocking &amp; Rate Limiting: Frequent requests trigger 403 Forbidden </a:t>
            </a:r>
            <a:r>
              <a:rPr lang="en-US" sz="1200" dirty="0" err="1"/>
              <a:t>errors.Bot</a:t>
            </a:r>
            <a:r>
              <a:rPr lang="en-US" sz="1200" dirty="0"/>
              <a:t> Detection: Amazon detects automation tools via </a:t>
            </a:r>
            <a:r>
              <a:rPr lang="en-US" sz="1200" dirty="0" err="1"/>
              <a:t>navigator.webdriver</a:t>
            </a:r>
            <a:r>
              <a:rPr lang="en-US" sz="1200" dirty="0"/>
              <a:t>..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0" indent="0" defTabSz="914400">
              <a:lnSpc>
                <a:spcPct val="90000"/>
              </a:lnSpc>
              <a:buNone/>
            </a:pPr>
            <a:r>
              <a:rPr lang="en-US" sz="1200" dirty="0"/>
              <a:t> 2. Dynamic Content </a:t>
            </a:r>
            <a:r>
              <a:rPr lang="en-US" sz="1200" dirty="0" err="1"/>
              <a:t>LoadingPrices</a:t>
            </a:r>
            <a:r>
              <a:rPr lang="en-US" sz="1200" dirty="0"/>
              <a:t>, stock status, and reviews load asynchronously using </a:t>
            </a:r>
            <a:r>
              <a:rPr lang="en-US" sz="1200" dirty="0" err="1"/>
              <a:t>JavaScript.Requires</a:t>
            </a:r>
            <a:r>
              <a:rPr lang="en-US" sz="1200" dirty="0"/>
              <a:t> waiting for elements (</a:t>
            </a:r>
            <a:r>
              <a:rPr lang="en-US" sz="1200" dirty="0" err="1"/>
              <a:t>page.waitForSelector</a:t>
            </a:r>
            <a:r>
              <a:rPr lang="en-US" sz="1200" dirty="0"/>
              <a:t>()) to load data properly.</a:t>
            </a:r>
          </a:p>
          <a:p>
            <a:pPr marL="0" indent="0" defTabSz="914400">
              <a:lnSpc>
                <a:spcPct val="90000"/>
              </a:lnSpc>
              <a:buNone/>
            </a:pPr>
            <a:endParaRPr lang="en-US" sz="1200" dirty="0"/>
          </a:p>
          <a:p>
            <a:pPr marL="0" indent="0" defTabSz="914400">
              <a:lnSpc>
                <a:spcPct val="90000"/>
              </a:lnSpc>
              <a:buNone/>
            </a:pPr>
            <a:r>
              <a:rPr lang="en-US" sz="1200" dirty="0"/>
              <a:t>3. Frequent Website Structure </a:t>
            </a:r>
            <a:r>
              <a:rPr lang="en-US" sz="1200" dirty="0" err="1"/>
              <a:t>ChangesAmazon</a:t>
            </a:r>
            <a:r>
              <a:rPr lang="en-US" sz="1200" dirty="0"/>
              <a:t> updates its HTML structure frequently, breaking </a:t>
            </a:r>
            <a:r>
              <a:rPr lang="en-US" sz="1200" dirty="0" err="1"/>
              <a:t>scrapers.Selectors</a:t>
            </a:r>
            <a:r>
              <a:rPr lang="en-US" sz="1200" dirty="0"/>
              <a:t> need constant updates to avoid failures..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49B5C2A-4C90-E016-8429-C22A07F31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7403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6EA0E88-8276-2D27-CCE7-9419C77B7BF8}"/>
              </a:ext>
            </a:extLst>
          </p:cNvPr>
          <p:cNvSpPr txBox="1"/>
          <p:nvPr/>
        </p:nvSpPr>
        <p:spPr>
          <a:xfrm>
            <a:off x="6338703" y="1412489"/>
            <a:ext cx="2398275" cy="436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100" dirty="0"/>
              <a:t>4. Pagination &amp; Infinite </a:t>
            </a:r>
            <a:r>
              <a:rPr lang="en-US" sz="1100" dirty="0" err="1"/>
              <a:t>ScrollingProduct</a:t>
            </a:r>
            <a:r>
              <a:rPr lang="en-US" sz="1100" dirty="0"/>
              <a:t> listings load dynamically as users </a:t>
            </a:r>
            <a:r>
              <a:rPr lang="en-US" sz="1100" dirty="0" err="1"/>
              <a:t>scroll.Requires</a:t>
            </a:r>
            <a:r>
              <a:rPr lang="en-US" sz="1100" dirty="0"/>
              <a:t> manual scrolling simulation (</a:t>
            </a:r>
            <a:r>
              <a:rPr lang="en-US" sz="1100" dirty="0" err="1"/>
              <a:t>page.evaluate</a:t>
            </a:r>
            <a:r>
              <a:rPr lang="en-US" sz="1100" dirty="0"/>
              <a:t>() with </a:t>
            </a:r>
            <a:r>
              <a:rPr lang="en-US" sz="1100" dirty="0" err="1"/>
              <a:t>window.scrollBy</a:t>
            </a:r>
            <a:r>
              <a:rPr lang="en-US" sz="1100" dirty="0"/>
              <a:t>()).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3793736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B044A6-1946-C7AD-F8CD-D8B998F4F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77ED5C3-8352-306F-C0C0-F9E77A758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2BFC59-D5C3-D9B8-6D68-D7E5991B6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7EDD14-BE10-42FF-3B12-147D145D00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BE46E9-B375-CD33-D486-26CD4039C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1D93AA-9CCF-6CBB-B54F-A60820BBA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21A162-2EFD-095B-06BC-A36FCDA90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200" dirty="0">
                <a:solidFill>
                  <a:srgbClr val="FFFFFF"/>
                </a:solidFill>
              </a:rPr>
              <a:t>Introduction to Playwright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20F5F-A23A-9AFB-52FE-960FEDC57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 dirty="0"/>
              <a:t>Playwright is a Node.js library for automating web browsers (Chromium, Firefox, WebKit).</a:t>
            </a:r>
          </a:p>
          <a:p>
            <a:r>
              <a:rPr lang="en-US" sz="1700" dirty="0"/>
              <a:t>Developed by Microsoft as an alternative to Puppeteer.</a:t>
            </a:r>
          </a:p>
          <a:p>
            <a:r>
              <a:rPr lang="en-US" sz="1700" dirty="0"/>
              <a:t>Supports multiple programming languages (JavaScript, Python, Java, C#).</a:t>
            </a:r>
          </a:p>
          <a:p>
            <a:r>
              <a:rPr lang="en-US" sz="1700" dirty="0"/>
              <a:t>Provides headless and headed modes for automation.</a:t>
            </a:r>
          </a:p>
          <a:p>
            <a:r>
              <a:rPr lang="en-US" sz="1700" dirty="0"/>
              <a:t>Used for web testing, scraping, and browser automation.</a:t>
            </a:r>
          </a:p>
        </p:txBody>
      </p:sp>
    </p:spTree>
    <p:extLst>
      <p:ext uri="{BB962C8B-B14F-4D97-AF65-F5344CB8AC3E}">
        <p14:creationId xmlns:p14="http://schemas.microsoft.com/office/powerpoint/2010/main" val="29750861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704C18-D682-0C9A-785D-8C785643E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FB9FDA0-B908-2051-0ED9-418CA2C2B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A981D3-FE44-FD77-A6B1-26B4D6C28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7EA008-8DD0-91E6-215F-DE4F94BC8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116A68-82BF-214E-54E3-72DF9C499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3C5D90-6497-D4A9-EFF8-17F5A697A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C1C39F-78FA-1386-007D-3C7718E58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200" dirty="0">
                <a:solidFill>
                  <a:srgbClr val="FFFFFF"/>
                </a:solidFill>
              </a:rPr>
              <a:t>Playwright 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11EAB-3BDC-D1FD-6BFD-66F327211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 dirty="0"/>
              <a:t>Cross-browser support – Works with Chromium, Firefox, and WebKit.</a:t>
            </a:r>
          </a:p>
          <a:p>
            <a:r>
              <a:rPr lang="en-US" sz="1700" dirty="0"/>
              <a:t>Headless mode for fast automation.</a:t>
            </a:r>
          </a:p>
          <a:p>
            <a:r>
              <a:rPr lang="en-US" sz="1700" dirty="0"/>
              <a:t>Auto-waiting – No need for explicit wait statements.</a:t>
            </a:r>
          </a:p>
          <a:p>
            <a:r>
              <a:rPr lang="en-US" sz="1700" dirty="0"/>
              <a:t>Network interception – Modify requests and responses.</a:t>
            </a:r>
          </a:p>
          <a:p>
            <a:r>
              <a:rPr lang="en-US" sz="1700" dirty="0"/>
              <a:t>Multiple tabs and windows support.</a:t>
            </a:r>
          </a:p>
          <a:p>
            <a:r>
              <a:rPr lang="en-US" sz="1700" dirty="0"/>
              <a:t>Device emulation – Mimic mobile and desktop browsers.</a:t>
            </a:r>
          </a:p>
          <a:p>
            <a:r>
              <a:rPr lang="en-US" sz="1700" dirty="0"/>
              <a:t>Built-in test runner for end-to-end testing.</a:t>
            </a:r>
          </a:p>
        </p:txBody>
      </p:sp>
    </p:spTree>
    <p:extLst>
      <p:ext uri="{BB962C8B-B14F-4D97-AF65-F5344CB8AC3E}">
        <p14:creationId xmlns:p14="http://schemas.microsoft.com/office/powerpoint/2010/main" val="42607852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1641EB-A28C-FE89-8ABC-92B9AE599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6CAD66-DD2D-C9DF-E4D8-262F96FB6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03D833-570E-F764-D78A-0A16FDD66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F5B964-CDF7-FAB8-08ED-3676989791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C67412-CABD-B13C-051C-1645DFB75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730B4A-63CC-4D36-FE81-1D92BE9BA4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5F73C4-769D-15C7-1C01-AFEF730F1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200" dirty="0">
                <a:solidFill>
                  <a:srgbClr val="FFFFFF"/>
                </a:solidFill>
              </a:rPr>
              <a:t>Locating Elements in Playwright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10D01-0716-7949-8FED-8730D4101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 dirty="0"/>
              <a:t>Query by Selector: await </a:t>
            </a:r>
            <a:r>
              <a:rPr lang="en-US" sz="1700" dirty="0" err="1"/>
              <a:t>page.locator</a:t>
            </a:r>
            <a:r>
              <a:rPr lang="en-US" sz="1700" dirty="0"/>
              <a:t>("selector")</a:t>
            </a:r>
          </a:p>
          <a:p>
            <a:r>
              <a:rPr lang="en-US" sz="1700" dirty="0"/>
              <a:t>Query All Elements: await </a:t>
            </a:r>
            <a:r>
              <a:rPr lang="en-US" sz="1700" dirty="0" err="1"/>
              <a:t>page.locator</a:t>
            </a:r>
            <a:r>
              <a:rPr lang="en-US" sz="1700" dirty="0"/>
              <a:t>("selector").all()</a:t>
            </a:r>
          </a:p>
          <a:p>
            <a:r>
              <a:rPr lang="en-US" sz="1700" dirty="0"/>
              <a:t>Query by Text: await </a:t>
            </a:r>
            <a:r>
              <a:rPr lang="en-US" sz="1700" dirty="0" err="1"/>
              <a:t>page.locator</a:t>
            </a:r>
            <a:r>
              <a:rPr lang="en-US" sz="1700" dirty="0"/>
              <a:t>("text='Example'")</a:t>
            </a:r>
          </a:p>
          <a:p>
            <a:r>
              <a:rPr lang="en-US" sz="1700" dirty="0"/>
              <a:t>Query by Role: await </a:t>
            </a:r>
            <a:r>
              <a:rPr lang="en-US" sz="1700" dirty="0" err="1"/>
              <a:t>page.getByRole</a:t>
            </a:r>
            <a:r>
              <a:rPr lang="en-US" sz="1700" dirty="0"/>
              <a:t>('button', { name: 'Submit' })</a:t>
            </a:r>
          </a:p>
          <a:p>
            <a:r>
              <a:rPr lang="en-US" sz="1700" dirty="0"/>
              <a:t>Get Text Content:</a:t>
            </a:r>
          </a:p>
          <a:p>
            <a:pPr marL="0" indent="0">
              <a:buNone/>
            </a:pPr>
            <a:r>
              <a:rPr lang="en-US" sz="1700" dirty="0"/>
              <a:t>const text = await </a:t>
            </a:r>
            <a:r>
              <a:rPr lang="en-US" sz="1700" dirty="0" err="1"/>
              <a:t>page.locator</a:t>
            </a:r>
            <a:r>
              <a:rPr lang="en-US" sz="1700" dirty="0"/>
              <a:t>("h1").</a:t>
            </a:r>
            <a:r>
              <a:rPr lang="en-US" sz="1700" dirty="0" err="1"/>
              <a:t>textContent</a:t>
            </a:r>
            <a:r>
              <a:rPr lang="en-US" sz="1700" dirty="0"/>
              <a:t>();</a:t>
            </a:r>
          </a:p>
          <a:p>
            <a:pPr marL="0" indent="0">
              <a:buNone/>
            </a:pPr>
            <a:r>
              <a:rPr lang="en-US" sz="1700" dirty="0"/>
              <a:t>console.log(text);</a:t>
            </a:r>
          </a:p>
          <a:p>
            <a:r>
              <a:rPr lang="en-US" sz="1700" dirty="0"/>
              <a:t>Get Attribute Value:</a:t>
            </a:r>
          </a:p>
          <a:p>
            <a:pPr marL="0" indent="0">
              <a:buNone/>
            </a:pPr>
            <a:r>
              <a:rPr lang="en-US" sz="1700" dirty="0"/>
              <a:t>const </a:t>
            </a:r>
            <a:r>
              <a:rPr lang="en-US" sz="1700" dirty="0" err="1"/>
              <a:t>href</a:t>
            </a:r>
            <a:r>
              <a:rPr lang="en-US" sz="1700" dirty="0"/>
              <a:t> = await </a:t>
            </a:r>
            <a:r>
              <a:rPr lang="en-US" sz="1700" dirty="0" err="1"/>
              <a:t>page.locator</a:t>
            </a:r>
            <a:r>
              <a:rPr lang="en-US" sz="1700" dirty="0"/>
              <a:t>("a").</a:t>
            </a:r>
            <a:r>
              <a:rPr lang="en-US" sz="1700" dirty="0" err="1"/>
              <a:t>getAttribute</a:t>
            </a:r>
            <a:r>
              <a:rPr lang="en-US" sz="1700" dirty="0"/>
              <a:t>("</a:t>
            </a:r>
            <a:r>
              <a:rPr lang="en-US" sz="1700" dirty="0" err="1"/>
              <a:t>href</a:t>
            </a:r>
            <a:r>
              <a:rPr lang="en-US" sz="1700" dirty="0"/>
              <a:t>");</a:t>
            </a:r>
          </a:p>
        </p:txBody>
      </p:sp>
    </p:spTree>
    <p:extLst>
      <p:ext uri="{BB962C8B-B14F-4D97-AF65-F5344CB8AC3E}">
        <p14:creationId xmlns:p14="http://schemas.microsoft.com/office/powerpoint/2010/main" val="15468665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14606B-F4A4-4AC1-54DB-797D24344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F32C15E-9813-66A5-1779-F7CABC2490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0ABB51-EC2E-13AB-AE89-8E3B06AE24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B5FF3B1-1BE5-CADB-031E-5D9A4B601D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AE306D-DA14-F451-596E-D303803F4B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C3DA7E-9772-5EF7-4161-6CAC4BC83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1C5E8B-FABF-4C76-3649-77A2FC5FF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200" dirty="0">
                <a:solidFill>
                  <a:srgbClr val="FFFFFF"/>
                </a:solidFill>
              </a:rPr>
              <a:t>List of Playwright 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8C031-C492-33AA-3C56-68E1BA2DA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Basic Actions</a:t>
            </a:r>
          </a:p>
          <a:p>
            <a:pPr marL="0" indent="0">
              <a:buNone/>
            </a:pPr>
            <a:endParaRPr lang="en-US" sz="2400" b="1" dirty="0"/>
          </a:p>
          <a:p>
            <a:r>
              <a:rPr lang="en-US" sz="1700" dirty="0"/>
              <a:t>Open a page: await </a:t>
            </a:r>
            <a:r>
              <a:rPr lang="en-US" sz="1700" dirty="0" err="1"/>
              <a:t>page.goto</a:t>
            </a:r>
            <a:r>
              <a:rPr lang="en-US" sz="1700" dirty="0"/>
              <a:t>("https://example.com")</a:t>
            </a:r>
          </a:p>
          <a:p>
            <a:r>
              <a:rPr lang="en-US" sz="1700" dirty="0"/>
              <a:t>Get page title: await </a:t>
            </a:r>
            <a:r>
              <a:rPr lang="en-US" sz="1700" dirty="0" err="1"/>
              <a:t>page.title</a:t>
            </a:r>
            <a:r>
              <a:rPr lang="en-US" sz="1700" dirty="0"/>
              <a:t>()</a:t>
            </a:r>
          </a:p>
          <a:p>
            <a:r>
              <a:rPr lang="en-US" sz="1700" dirty="0"/>
              <a:t>Reload page: await </a:t>
            </a:r>
            <a:r>
              <a:rPr lang="en-US" sz="1700" dirty="0" err="1"/>
              <a:t>page.reload</a:t>
            </a:r>
            <a:r>
              <a:rPr lang="en-US" sz="1700" dirty="0"/>
              <a:t>()</a:t>
            </a:r>
          </a:p>
          <a:p>
            <a:r>
              <a:rPr lang="en-US" sz="1700" dirty="0"/>
              <a:t>Navigate back/forward: await </a:t>
            </a:r>
            <a:r>
              <a:rPr lang="en-US" sz="1700" dirty="0" err="1"/>
              <a:t>page.goBack</a:t>
            </a:r>
            <a:r>
              <a:rPr lang="en-US" sz="1700" dirty="0"/>
              <a:t>(), await </a:t>
            </a:r>
            <a:r>
              <a:rPr lang="en-US" sz="1700" dirty="0" err="1"/>
              <a:t>page.goForward</a:t>
            </a:r>
            <a:r>
              <a:rPr lang="en-US" sz="17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2325492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C9C8F3-395E-BE18-D5B3-0F0063517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4CD5A3C-86F2-1342-B76D-FE462E283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2E0C51-96A2-A4DF-BEBB-34B1FEC5C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3AAAC0-7E57-BB7A-5749-6D7DC4032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C67DBD-6619-8316-3585-78221E15C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415782-CE48-0B18-23ED-265598219D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A1A9CD-13C1-A3CB-DC17-E3C111C2C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200" dirty="0">
                <a:solidFill>
                  <a:srgbClr val="FFFFFF"/>
                </a:solidFill>
              </a:rPr>
              <a:t>List of Playwright 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41DDD-9603-2030-F451-03A3E4AE09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Element Interactions</a:t>
            </a:r>
          </a:p>
          <a:p>
            <a:pPr marL="0" indent="0">
              <a:buNone/>
            </a:pPr>
            <a:endParaRPr lang="en-US" sz="2400" b="1" dirty="0"/>
          </a:p>
          <a:p>
            <a:r>
              <a:rPr lang="en-US" sz="1700" dirty="0"/>
              <a:t>Click: await </a:t>
            </a:r>
            <a:r>
              <a:rPr lang="en-US" sz="1700" dirty="0" err="1"/>
              <a:t>page.locator</a:t>
            </a:r>
            <a:r>
              <a:rPr lang="en-US" sz="1700" dirty="0"/>
              <a:t>("selector").click()</a:t>
            </a:r>
          </a:p>
          <a:p>
            <a:r>
              <a:rPr lang="en-US" sz="1700" dirty="0"/>
              <a:t>Type text: await </a:t>
            </a:r>
            <a:r>
              <a:rPr lang="en-US" sz="1700" dirty="0" err="1"/>
              <a:t>page.locator</a:t>
            </a:r>
            <a:r>
              <a:rPr lang="en-US" sz="1700" dirty="0"/>
              <a:t>("selector").fill("input text")</a:t>
            </a:r>
          </a:p>
          <a:p>
            <a:r>
              <a:rPr lang="en-US" sz="1700" dirty="0"/>
              <a:t>Submit form: await </a:t>
            </a:r>
            <a:r>
              <a:rPr lang="en-US" sz="1700" dirty="0" err="1"/>
              <a:t>page.locator</a:t>
            </a:r>
            <a:r>
              <a:rPr lang="en-US" sz="1700" dirty="0"/>
              <a:t>("form").press("Enter")</a:t>
            </a:r>
          </a:p>
          <a:p>
            <a:r>
              <a:rPr lang="en-US" sz="1700" dirty="0"/>
              <a:t>Get inner text: await </a:t>
            </a:r>
            <a:r>
              <a:rPr lang="en-US" sz="1700" dirty="0" err="1"/>
              <a:t>page.locator</a:t>
            </a:r>
            <a:r>
              <a:rPr lang="en-US" sz="1700" dirty="0"/>
              <a:t>("selector").</a:t>
            </a:r>
            <a:r>
              <a:rPr lang="en-US" sz="1700" dirty="0" err="1"/>
              <a:t>textContent</a:t>
            </a:r>
            <a:r>
              <a:rPr lang="en-US" sz="17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3196681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A53815-CA92-4E8D-64BB-9E1A93AD4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243800E-4DEF-1986-7133-C609F82FB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4BBB98-45D3-DAB3-F7D5-451900520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3EDABB-F46D-3ABB-4001-BF8405281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B8821C-590C-CDD2-2509-91B60AAE2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6615B8-1BED-69BD-8CB9-FF6AC7359A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F0E23F-8BE7-64D3-2577-75FA8AB13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200" dirty="0">
                <a:solidFill>
                  <a:srgbClr val="FFFFFF"/>
                </a:solidFill>
              </a:rPr>
              <a:t>List of Playwright 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D1829-F53F-DCB0-C849-B4066AAA1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172923"/>
            <a:ext cx="7293023" cy="4109585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b="1" dirty="0"/>
              <a:t>Handling UI Elements</a:t>
            </a:r>
          </a:p>
          <a:p>
            <a:pPr marL="0" indent="0">
              <a:buNone/>
            </a:pPr>
            <a:endParaRPr lang="en-US" sz="2400" b="1" dirty="0"/>
          </a:p>
          <a:p>
            <a:r>
              <a:rPr lang="en-US" sz="1700" b="1" dirty="0"/>
              <a:t>Select dropdown:</a:t>
            </a:r>
          </a:p>
          <a:p>
            <a:pPr marL="0" indent="0">
              <a:buNone/>
            </a:pPr>
            <a:r>
              <a:rPr lang="en-US" sz="1700" dirty="0"/>
              <a:t>await </a:t>
            </a:r>
            <a:r>
              <a:rPr lang="en-US" sz="1700" dirty="0" err="1"/>
              <a:t>page.locator</a:t>
            </a:r>
            <a:r>
              <a:rPr lang="en-US" sz="1700" dirty="0"/>
              <a:t>("select[name='dropdown']").</a:t>
            </a:r>
            <a:r>
              <a:rPr lang="en-US" sz="1700" dirty="0" err="1"/>
              <a:t>selectOption</a:t>
            </a:r>
            <a:r>
              <a:rPr lang="en-US" sz="1700" dirty="0"/>
              <a:t>("</a:t>
            </a:r>
            <a:r>
              <a:rPr lang="en-US" sz="1700" dirty="0" err="1"/>
              <a:t>optionValue</a:t>
            </a:r>
            <a:r>
              <a:rPr lang="en-US" sz="1700" dirty="0"/>
              <a:t>");</a:t>
            </a:r>
          </a:p>
          <a:p>
            <a:r>
              <a:rPr lang="en-US" sz="1700" b="1" dirty="0"/>
              <a:t>Check/uncheck checkbox:</a:t>
            </a:r>
          </a:p>
          <a:p>
            <a:pPr marL="0" indent="0">
              <a:buNone/>
            </a:pPr>
            <a:r>
              <a:rPr lang="en-US" sz="1700" dirty="0"/>
              <a:t>await </a:t>
            </a:r>
            <a:r>
              <a:rPr lang="en-US" sz="1700" dirty="0" err="1"/>
              <a:t>page.locator</a:t>
            </a:r>
            <a:r>
              <a:rPr lang="en-US" sz="1700" dirty="0"/>
              <a:t>("input[type='checkbox']").check();</a:t>
            </a:r>
          </a:p>
          <a:p>
            <a:r>
              <a:rPr lang="en-US" sz="1700" b="1" dirty="0"/>
              <a:t>Handle alerts:</a:t>
            </a:r>
          </a:p>
          <a:p>
            <a:pPr marL="0" indent="0">
              <a:buNone/>
            </a:pPr>
            <a:r>
              <a:rPr lang="en-US" sz="1700" dirty="0" err="1"/>
              <a:t>page.on</a:t>
            </a:r>
            <a:r>
              <a:rPr lang="en-US" sz="1700" dirty="0"/>
              <a:t>("dialog", async dialog =&gt; {</a:t>
            </a:r>
          </a:p>
          <a:p>
            <a:pPr marL="0" indent="0">
              <a:buNone/>
            </a:pPr>
            <a:r>
              <a:rPr lang="en-US" sz="1700" dirty="0"/>
              <a:t>console.log(</a:t>
            </a:r>
            <a:r>
              <a:rPr lang="en-US" sz="1700" dirty="0" err="1"/>
              <a:t>dialog.message</a:t>
            </a:r>
            <a:r>
              <a:rPr lang="en-US" sz="1700" dirty="0"/>
              <a:t>());</a:t>
            </a:r>
          </a:p>
          <a:p>
            <a:pPr marL="0" indent="0">
              <a:buNone/>
            </a:pPr>
            <a:r>
              <a:rPr lang="en-US" sz="1700" dirty="0"/>
              <a:t>await </a:t>
            </a:r>
            <a:r>
              <a:rPr lang="en-US" sz="1700" dirty="0" err="1"/>
              <a:t>dialog.accept</a:t>
            </a:r>
            <a:r>
              <a:rPr lang="en-US" sz="1700" dirty="0"/>
              <a:t>();</a:t>
            </a:r>
          </a:p>
          <a:p>
            <a:pPr marL="0" indent="0">
              <a:buNone/>
            </a:pPr>
            <a:r>
              <a:rPr lang="en-US" sz="1700" dirty="0"/>
              <a:t>});</a:t>
            </a:r>
          </a:p>
          <a:p>
            <a:r>
              <a:rPr lang="en-US" sz="1700" b="1" dirty="0"/>
              <a:t>Handle multiple tabs:</a:t>
            </a:r>
          </a:p>
          <a:p>
            <a:pPr marL="0" indent="0">
              <a:buNone/>
            </a:pPr>
            <a:r>
              <a:rPr lang="en-US" sz="1700" dirty="0"/>
              <a:t>const [</a:t>
            </a:r>
            <a:r>
              <a:rPr lang="en-US" sz="1700" dirty="0" err="1"/>
              <a:t>newPage</a:t>
            </a:r>
            <a:r>
              <a:rPr lang="en-US" sz="1700" dirty="0"/>
              <a:t>] = await </a:t>
            </a:r>
            <a:r>
              <a:rPr lang="en-US" sz="1700" dirty="0" err="1"/>
              <a:t>Promise.all</a:t>
            </a:r>
            <a:r>
              <a:rPr lang="en-US" sz="1700" dirty="0"/>
              <a:t>([</a:t>
            </a:r>
          </a:p>
          <a:p>
            <a:pPr marL="0" indent="0">
              <a:buNone/>
            </a:pPr>
            <a:r>
              <a:rPr lang="en-US" sz="1700" dirty="0"/>
              <a:t>  </a:t>
            </a:r>
            <a:r>
              <a:rPr lang="en-US" sz="1700" dirty="0" err="1"/>
              <a:t>context.waitForEvent</a:t>
            </a:r>
            <a:r>
              <a:rPr lang="en-US" sz="1700" dirty="0"/>
              <a:t>('page'),</a:t>
            </a:r>
          </a:p>
          <a:p>
            <a:pPr marL="0" indent="0">
              <a:buNone/>
            </a:pPr>
            <a:r>
              <a:rPr lang="en-US" sz="1700" dirty="0"/>
              <a:t>  </a:t>
            </a:r>
            <a:r>
              <a:rPr lang="en-US" sz="1700" dirty="0" err="1"/>
              <a:t>page.locator</a:t>
            </a:r>
            <a:r>
              <a:rPr lang="en-US" sz="1700" dirty="0"/>
              <a:t>("a[target='_blank']").click()</a:t>
            </a:r>
          </a:p>
          <a:p>
            <a:pPr marL="0" indent="0">
              <a:buNone/>
            </a:pPr>
            <a:r>
              <a:rPr lang="en-US" sz="1700" dirty="0"/>
              <a:t>]);</a:t>
            </a:r>
          </a:p>
          <a:p>
            <a:pPr marL="0" indent="0">
              <a:buNone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4847202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889CF5-EE03-862C-FDB5-58E6C3F24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B51B48-E246-8294-ED0D-703ED61FB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AF7D3D-B03B-A930-6118-A750531F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DAC35F-F90A-301B-0E33-AD69DA538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9C3337-39F9-6C15-0298-C1FEC47D22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DCCF9EB-7EDE-AEDF-1269-8CADF84CA8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65AD47-1682-1659-CD47-71E7D39EF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200" dirty="0">
                <a:solidFill>
                  <a:srgbClr val="FFFFFF"/>
                </a:solidFill>
              </a:rPr>
              <a:t>List of Playwright 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CD444-161C-2F60-D31E-6B18AE511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Advanced Actions</a:t>
            </a:r>
          </a:p>
          <a:p>
            <a:r>
              <a:rPr lang="en-US" sz="1700" b="1" dirty="0"/>
              <a:t>Scroll page:</a:t>
            </a:r>
          </a:p>
          <a:p>
            <a:pPr marL="0" indent="0">
              <a:buNone/>
            </a:pPr>
            <a:r>
              <a:rPr lang="en-US" sz="1700" dirty="0"/>
              <a:t>await </a:t>
            </a:r>
            <a:r>
              <a:rPr lang="en-US" sz="1700" dirty="0" err="1"/>
              <a:t>page.evaluate</a:t>
            </a:r>
            <a:r>
              <a:rPr lang="en-US" sz="1700" dirty="0"/>
              <a:t>(() =&gt; </a:t>
            </a:r>
            <a:r>
              <a:rPr lang="en-US" sz="1700" dirty="0" err="1"/>
              <a:t>window.scrollTo</a:t>
            </a:r>
            <a:r>
              <a:rPr lang="en-US" sz="1700" dirty="0"/>
              <a:t>(0, </a:t>
            </a:r>
            <a:r>
              <a:rPr lang="en-US" sz="1700" dirty="0" err="1"/>
              <a:t>document.body.scrollHeight</a:t>
            </a:r>
            <a:r>
              <a:rPr lang="en-US" sz="1700" dirty="0"/>
              <a:t>));</a:t>
            </a:r>
          </a:p>
          <a:p>
            <a:r>
              <a:rPr lang="en-US" sz="1700" b="1" dirty="0"/>
              <a:t>Execute JavaScript:</a:t>
            </a:r>
          </a:p>
          <a:p>
            <a:pPr marL="0" indent="0">
              <a:buNone/>
            </a:pPr>
            <a:r>
              <a:rPr lang="en-US" sz="1700" dirty="0"/>
              <a:t>await </a:t>
            </a:r>
            <a:r>
              <a:rPr lang="en-US" sz="1700" dirty="0" err="1"/>
              <a:t>page.evaluate</a:t>
            </a:r>
            <a:r>
              <a:rPr lang="en-US" sz="1700" dirty="0"/>
              <a:t>(() =&gt; alert("Hello from Playwright!"));</a:t>
            </a:r>
          </a:p>
          <a:p>
            <a:r>
              <a:rPr lang="en-US" sz="1700" b="1" dirty="0"/>
              <a:t>Take screenshot</a:t>
            </a:r>
          </a:p>
          <a:p>
            <a:pPr marL="0" indent="0">
              <a:buNone/>
            </a:pPr>
            <a:r>
              <a:rPr lang="en-US" sz="1700" dirty="0"/>
              <a:t>await </a:t>
            </a:r>
            <a:r>
              <a:rPr lang="en-US" sz="1700" dirty="0" err="1"/>
              <a:t>page.screenshot</a:t>
            </a:r>
            <a:r>
              <a:rPr lang="en-US" sz="1700" dirty="0"/>
              <a:t>({ path: "screenshot.png" });</a:t>
            </a:r>
          </a:p>
          <a:p>
            <a:r>
              <a:rPr lang="en-US" sz="1700" b="1" dirty="0"/>
              <a:t>Generate PDF:</a:t>
            </a:r>
          </a:p>
          <a:p>
            <a:pPr marL="0" indent="0">
              <a:buNone/>
            </a:pPr>
            <a:r>
              <a:rPr lang="en-US" sz="1700" dirty="0"/>
              <a:t>await page.pdf({ path: "output.pdf", format: "A4" });</a:t>
            </a:r>
          </a:p>
        </p:txBody>
      </p:sp>
    </p:spTree>
    <p:extLst>
      <p:ext uri="{BB962C8B-B14F-4D97-AF65-F5344CB8AC3E}">
        <p14:creationId xmlns:p14="http://schemas.microsoft.com/office/powerpoint/2010/main" val="8359918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085552-06CD-7C3C-44CF-86143BF76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B63720-416B-766B-5CA5-B9219F794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5932DD-980B-981A-6D03-1466F2598E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549A56-D01F-3C8A-4C44-D6FB304704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22AAA3-30E3-B44C-4A8A-6CAE6849A9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C6EF5E-39FC-88C0-CC39-58FFD35D5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AEE04D-066B-BA20-5A99-F5603ABCE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</a:rPr>
              <a:t>Steps for Web Scraping with Playwright</a:t>
            </a:r>
            <a:endParaRPr lang="en-IN" sz="32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B9ED1-BD35-7805-DB33-4CC1A65F0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 fontScale="9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Launch Playwright &amp; Open Website – Start browser, open a new page, and navigate to the target URL.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Locate &amp; Extract Data – Use selectors to find and scrape elements.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Handle Dynamic Content – Wait for elements to load with </a:t>
            </a:r>
            <a:r>
              <a:rPr lang="en-US" sz="2400" dirty="0" err="1"/>
              <a:t>waitForSelector</a:t>
            </a:r>
            <a:r>
              <a:rPr lang="en-US" sz="2400" dirty="0"/>
              <a:t>().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Handle Pagination – Click the ‘Next’ button and repeat scraping if needed.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Store Data – Save extracted data to a JSON or CSV file.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Close Browser – Properly end the session with </a:t>
            </a:r>
            <a:r>
              <a:rPr lang="en-US" sz="2400" dirty="0" err="1"/>
              <a:t>browser.close</a:t>
            </a:r>
            <a:r>
              <a:rPr lang="en-US" sz="2400" dirty="0"/>
              <a:t>().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0368926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A9E945-09B0-F4E6-DE55-6822A2D6F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82B4D3-491D-58A5-5C27-C162D7B6AD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53449C-2312-3CF9-C607-FC66FB4D7B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0BEF51-BB66-0EB8-9B8E-E80233C458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89A3D03-A470-E501-78A3-13409E8807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EA7A720-F8BB-2D63-15DD-4BD10E05C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CF0C81-2829-55CA-158E-4FE0E3C35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</a:rPr>
              <a:t>Headless Mode &amp; Advanced Features in Playwright</a:t>
            </a:r>
            <a:endParaRPr lang="en-IN" sz="32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A8EE1-D964-3FC9-6199-499B4251C9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Headless Mode – Runs without opening a browser window (headless: true).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Intercept Network Requests – Block or modify requests (e.g., prevent image loading).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Emulate Mobile Devices – Simulate different screen sizes and behaviors with emulate().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Handle File Uploads – Select file input and upload a file programmatically using </a:t>
            </a:r>
            <a:r>
              <a:rPr lang="en-US" sz="2400" dirty="0" err="1"/>
              <a:t>setInputFiles</a:t>
            </a:r>
            <a:r>
              <a:rPr lang="en-US" sz="2400" dirty="0"/>
              <a:t>().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9040542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BeautifulSoup – Static HTML Parsing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700"/>
              <a:t>Python library for parsing HTML/XML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700"/>
              <a:t>Ideal for static webpage scraping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700"/>
              <a:t>It provides an easy way to navigate, search, and modify webpage content.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700"/>
              <a:t>Works well with requests or urllib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700"/>
              <a:t>Faster when JavaScript execution is unnecessary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700"/>
              <a:t>It is especially useful when dealing with </a:t>
            </a:r>
            <a:r>
              <a:rPr lang="en-US" sz="1700" b="1"/>
              <a:t>static</a:t>
            </a:r>
            <a:r>
              <a:rPr lang="en-US" sz="1700"/>
              <a:t> (non-JavaScript-rendered) websites.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FDC72F-AE43-CFC5-8242-3D041D1A5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How Does BeautifulSoup Work? </a:t>
            </a:r>
            <a:endParaRPr lang="en-IN" sz="3500">
              <a:solidFill>
                <a:srgbClr val="FFFFFF"/>
              </a:solidFill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9852B606-129E-BA9E-80AB-646D5F4736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844826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410024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917D96-BEAB-0237-9830-7370468C4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When to Use BeautifulSoup?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5792456-9974-0C47-5160-4AB2D1B21C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822439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616013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C37563-493C-541F-19FA-734AA9F66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1" y="639193"/>
            <a:ext cx="2678858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7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Scraping Product Details from a Static Web Page - </a:t>
            </a:r>
            <a:br>
              <a:rPr lang="en-US" sz="27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7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Let’s scrape a product’s name and price from an e-commerce webpage.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4409267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CAB89D-5736-62A6-6E82-2DCE9A9584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490722" y="1366425"/>
            <a:ext cx="5410962" cy="409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3924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DEDCC5D-8B8A-40DB-BE90-A3AA27C64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922919"/>
            <a:ext cx="8333796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94AB80-2943-E24E-F946-7CCD1C99F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222" y="1238080"/>
            <a:ext cx="7387313" cy="1349671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300"/>
              <a:t>Challenges Faced with BeautifulSoup &amp; Solutions Used</a:t>
            </a:r>
            <a:endParaRPr lang="en-IN" sz="43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42BA510-02F7-5406-4F4B-88F641192E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4909237"/>
              </p:ext>
            </p:extLst>
          </p:nvPr>
        </p:nvGraphicFramePr>
        <p:xfrm>
          <a:off x="963469" y="2902912"/>
          <a:ext cx="7386066" cy="31009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178661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6598BB-B625-9355-408C-EE4E041A5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rPr lang="en-IN"/>
              <a:t>Scrapy/APIfy</a:t>
            </a:r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22D71BC3-E951-DACD-8810-9E7B4350C0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8248142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957549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2D8726-BA6B-3411-3B4E-76A0AC253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How Scrapy Works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E7DE2D-3433-F465-0865-E1C7020627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043662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790632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D6031E-DE26-4596-2502-04DF64190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 b="1" dirty="0"/>
              <a:t>When to Use Scrapy?</a:t>
            </a:r>
            <a:endParaRPr lang="en-IN" sz="4700" b="1" dirty="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2B6D402-83D9-FBA3-AED4-6C60218CD2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4177352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712953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031183-E40C-278B-8F7F-A384DB847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1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Scraping Product Data with Scrapy</a:t>
            </a:r>
            <a:br>
              <a:rPr lang="en-US" sz="1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1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Let’s scrape product names and prices from an e-commerce website using Scrapy.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B1683A1E-E0DB-9A45-5946-167F3F1FFC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7516" b="-1"/>
          <a:stretch/>
        </p:blipFill>
        <p:spPr>
          <a:xfrm>
            <a:off x="1378629" y="1675227"/>
            <a:ext cx="6386740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9999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 descr="Cloud shaped hard drive with cables">
            <a:extLst>
              <a:ext uri="{FF2B5EF4-FFF2-40B4-BE49-F238E27FC236}">
                <a16:creationId xmlns:a16="http://schemas.microsoft.com/office/drawing/2014/main" id="{0338B925-F6C5-9CD3-2217-69D45BF9FF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645" r="26815" b="1"/>
          <a:stretch/>
        </p:blipFill>
        <p:spPr>
          <a:xfrm>
            <a:off x="1891768" y="10"/>
            <a:ext cx="7252232" cy="685799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30023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75628B-8DD7-4DC4-5862-B003BA6AA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171" y="743447"/>
            <a:ext cx="2980038" cy="3692028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b="1"/>
              <a:t>APIfy: Cloud-Based Web Scraping &amp; Automation</a:t>
            </a:r>
            <a:br>
              <a:rPr lang="en-US" sz="4200"/>
            </a:br>
            <a:endParaRPr lang="en-US" sz="4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528BB-E371-6F26-6225-E7A0E9216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71" y="4629234"/>
            <a:ext cx="2980040" cy="1485319"/>
          </a:xfrm>
          <a:noFill/>
        </p:spPr>
        <p:txBody>
          <a:bodyPr vert="horz" lIns="91440" tIns="45720" rIns="91440" bIns="45720" rtlCol="0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200"/>
              <a:t>APIfy is a </a:t>
            </a:r>
            <a:r>
              <a:rPr lang="en-US" sz="2200" b="1"/>
              <a:t>cloud-based web scraping platform</a:t>
            </a:r>
            <a:r>
              <a:rPr lang="en-US" sz="2200"/>
              <a:t> that simplifies large-scale data extraction.</a:t>
            </a:r>
          </a:p>
        </p:txBody>
      </p:sp>
    </p:spTree>
    <p:extLst>
      <p:ext uri="{BB962C8B-B14F-4D97-AF65-F5344CB8AC3E}">
        <p14:creationId xmlns:p14="http://schemas.microsoft.com/office/powerpoint/2010/main" val="2203098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C4C745-1997-03F0-61B8-A037C72F3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IN" sz="3500" b="1">
                <a:solidFill>
                  <a:srgbClr val="FFFFFF"/>
                </a:solidFill>
              </a:rPr>
              <a:t>How APIfy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6885D-8922-E40F-8B2E-0D4276097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n-IN" sz="1700" b="1"/>
              <a:t>Pre-built Actors</a:t>
            </a:r>
            <a:r>
              <a:rPr lang="en-IN" sz="1700"/>
              <a:t>: Ready-made scrapers for Amazon, Google, and social media.</a:t>
            </a:r>
          </a:p>
          <a:p>
            <a:r>
              <a:rPr lang="en-IN" sz="1700" b="1"/>
              <a:t>Headless Browsers</a:t>
            </a:r>
            <a:r>
              <a:rPr lang="en-IN" sz="1700"/>
              <a:t>: Uses Puppeteer and Playwright for JavaScript-heavy pages.</a:t>
            </a:r>
          </a:p>
          <a:p>
            <a:r>
              <a:rPr lang="en-IN" sz="1700" b="1"/>
              <a:t>Cloud Execution</a:t>
            </a:r>
            <a:r>
              <a:rPr lang="en-IN" sz="1700"/>
              <a:t>: Runs scraping jobs on APIfy servers, avoiding local IP bans.</a:t>
            </a:r>
          </a:p>
          <a:p>
            <a:r>
              <a:rPr lang="en-IN" sz="1700" b="1"/>
              <a:t>API Integration</a:t>
            </a:r>
            <a:r>
              <a:rPr lang="en-IN" sz="1700"/>
              <a:t>: Data can be fetched via API for real-time updates.</a:t>
            </a:r>
          </a:p>
          <a:p>
            <a:endParaRPr lang="en-IN" sz="1700"/>
          </a:p>
        </p:txBody>
      </p:sp>
    </p:spTree>
    <p:extLst>
      <p:ext uri="{BB962C8B-B14F-4D97-AF65-F5344CB8AC3E}">
        <p14:creationId xmlns:p14="http://schemas.microsoft.com/office/powerpoint/2010/main" val="36529512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48B416-01A6-C2EB-2211-06BB169A7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IN" sz="3500" b="1">
                <a:solidFill>
                  <a:srgbClr val="FFFFFF"/>
                </a:solidFill>
              </a:rPr>
              <a:t>When to Use APIfy?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71968-BCB6-C97F-CCBF-31E7758A0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n-IN" sz="1700"/>
              <a:t>No-code scraping for business users.</a:t>
            </a:r>
          </a:p>
          <a:p>
            <a:r>
              <a:rPr lang="en-IN" sz="1700"/>
              <a:t>Scraping JavaScript-heavy websites.</a:t>
            </a:r>
          </a:p>
          <a:p>
            <a:r>
              <a:rPr lang="en-IN" sz="1700"/>
              <a:t>Avoiding IP bans (runs in the cloud).</a:t>
            </a:r>
          </a:p>
          <a:p>
            <a:r>
              <a:rPr lang="en-IN" sz="1700"/>
              <a:t>Integrating scraped data via APIs.</a:t>
            </a:r>
          </a:p>
          <a:p>
            <a:endParaRPr lang="en-IN" sz="1700"/>
          </a:p>
        </p:txBody>
      </p:sp>
    </p:spTree>
    <p:extLst>
      <p:ext uri="{BB962C8B-B14F-4D97-AF65-F5344CB8AC3E}">
        <p14:creationId xmlns:p14="http://schemas.microsoft.com/office/powerpoint/2010/main" val="29325512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C902E1-DE5A-C359-9C2B-DA6BE5E00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 dirty="0">
                <a:solidFill>
                  <a:srgbClr val="FFFFFF"/>
                </a:solidFill>
              </a:rPr>
              <a:t>Best Practices for Scrapy &amp; </a:t>
            </a:r>
            <a:r>
              <a:rPr lang="en-IN" sz="3500" dirty="0" err="1">
                <a:solidFill>
                  <a:srgbClr val="FFFFFF"/>
                </a:solidFill>
              </a:rPr>
              <a:t>APIfy</a:t>
            </a:r>
            <a:endParaRPr lang="en-IN" sz="35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37C450-63AA-499A-5B5C-6F6D92D7F2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793400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220757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5705E-9DE7-126D-820A-9CC31DAB5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n-IN" sz="3500">
                <a:solidFill>
                  <a:schemeClr val="bg1"/>
                </a:solidFill>
              </a:rPr>
              <a:t>Challenges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C947F-981C-4766-E5B9-669CC7EC2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100" dirty="0"/>
              <a:t>Why Scrapy &amp; </a:t>
            </a:r>
            <a:r>
              <a:rPr lang="en-US" sz="2100" dirty="0" err="1"/>
              <a:t>APIfy</a:t>
            </a:r>
            <a:r>
              <a:rPr lang="en-US" sz="2100" dirty="0"/>
              <a:t> Were Less Preferred</a:t>
            </a:r>
          </a:p>
          <a:p>
            <a:r>
              <a:rPr lang="en-US" sz="2100" b="1" dirty="0"/>
              <a:t>Inefficiency with JavaScript-Heavy Pages </a:t>
            </a:r>
            <a:r>
              <a:rPr lang="en-US" sz="2100" dirty="0"/>
              <a:t>– Both Scrapy and </a:t>
            </a:r>
            <a:r>
              <a:rPr lang="en-US" sz="2100" dirty="0" err="1"/>
              <a:t>APIfy</a:t>
            </a:r>
            <a:r>
              <a:rPr lang="en-US" sz="2100" dirty="0"/>
              <a:t> struggled to extract dynamically loaded content from Amazon.</a:t>
            </a:r>
          </a:p>
          <a:p>
            <a:r>
              <a:rPr lang="en-US" sz="2100" b="1" dirty="0"/>
              <a:t>Scrapy Limitations </a:t>
            </a:r>
            <a:r>
              <a:rPr lang="en-US" sz="2100" dirty="0"/>
              <a:t>– Works best for static pages; lacks built-in JavaScript execution.</a:t>
            </a:r>
          </a:p>
          <a:p>
            <a:r>
              <a:rPr lang="en-US" sz="2100" b="1" dirty="0" err="1"/>
              <a:t>APIfy</a:t>
            </a:r>
            <a:r>
              <a:rPr lang="en-US" sz="2100" b="1" dirty="0"/>
              <a:t> Constraints </a:t>
            </a:r>
            <a:r>
              <a:rPr lang="en-US" sz="2100" dirty="0"/>
              <a:t>– Pre-built scrapers were not flexible enough for custom extraction needs.</a:t>
            </a:r>
          </a:p>
          <a:p>
            <a:r>
              <a:rPr lang="en-US" sz="2100" b="1" dirty="0"/>
              <a:t>Solution</a:t>
            </a:r>
            <a:r>
              <a:rPr lang="en-US" sz="2100" dirty="0"/>
              <a:t>: Playwright was chosen as it efficiently handled JavaScript-rendered content and user interactions. </a:t>
            </a:r>
          </a:p>
        </p:txBody>
      </p:sp>
    </p:spTree>
    <p:extLst>
      <p:ext uri="{BB962C8B-B14F-4D97-AF65-F5344CB8AC3E}">
        <p14:creationId xmlns:p14="http://schemas.microsoft.com/office/powerpoint/2010/main" val="287562074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B8BF18-0671-CB16-F3CD-E9D6BDEC8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4168866" cy="1325563"/>
          </a:xfrm>
        </p:spPr>
        <p:txBody>
          <a:bodyPr>
            <a:normAutofit/>
          </a:bodyPr>
          <a:lstStyle/>
          <a:p>
            <a:r>
              <a:rPr lang="en-IN"/>
              <a:t>Power BI</a:t>
            </a:r>
            <a:endParaRPr lang="en-IN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3EEFC-6158-6FB0-6B33-6E38EA0CB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4168866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 dirty="0"/>
              <a:t>Power BI is a </a:t>
            </a:r>
            <a:r>
              <a:rPr lang="en-US" sz="2700" b="1" dirty="0"/>
              <a:t>business intelligence (BI) tool</a:t>
            </a:r>
            <a:r>
              <a:rPr lang="en-US" sz="2700" dirty="0"/>
              <a:t> by Microsoft that helps in </a:t>
            </a:r>
            <a:r>
              <a:rPr lang="en-US" sz="2700" b="1" dirty="0"/>
              <a:t>data visualization, analysis, and reporting</a:t>
            </a:r>
            <a:r>
              <a:rPr lang="en-US" sz="2700" dirty="0"/>
              <a:t>. It allows users to connect to various data sources, including </a:t>
            </a:r>
            <a:r>
              <a:rPr lang="en-US" sz="2700" b="1" dirty="0"/>
              <a:t>databases, APIs, Excel files, and web pages</a:t>
            </a:r>
            <a:r>
              <a:rPr lang="en-US" sz="2700" dirty="0"/>
              <a:t>.</a:t>
            </a:r>
            <a:endParaRPr lang="en-IN" sz="27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2624479"/>
            <a:ext cx="609320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Block Arc 24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85863" y="1516981"/>
            <a:ext cx="23876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4112081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4145122"/>
            <a:ext cx="3062574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4962670"/>
            <a:ext cx="1982514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1961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234DD9-F7D2-1008-76D6-365507948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b="1">
                <a:solidFill>
                  <a:srgbClr val="FFFFFF"/>
                </a:solidFill>
              </a:rPr>
              <a:t>Why Use Power BI for Web Data Extraction?</a:t>
            </a:r>
            <a:endParaRPr lang="en-IN" sz="3000" b="1">
              <a:solidFill>
                <a:srgbClr val="FFFFFF"/>
              </a:solidFill>
            </a:endParaRP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9A434C1B-B5EA-5BA2-0C81-3D56F62E0C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052947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828240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F892E19-92E7-4BB2-8C3F-DBDFE8D9D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3436144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E6AA4D-EC17-45B5-B621-DF0FD91FD4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" y="-1"/>
              <a:ext cx="4572002" cy="6858002"/>
            </a:xfrm>
            <a:custGeom>
              <a:avLst/>
              <a:gdLst>
                <a:gd name="connsiteX0" fmla="*/ 4214994 w 4572002"/>
                <a:gd name="connsiteY0" fmla="*/ 6564620 h 6858002"/>
                <a:gd name="connsiteX1" fmla="*/ 4214994 w 4572002"/>
                <a:gd name="connsiteY1" fmla="*/ 6564621 h 6858002"/>
                <a:gd name="connsiteX2" fmla="*/ 4237474 w 4572002"/>
                <a:gd name="connsiteY2" fmla="*/ 6588626 h 6858002"/>
                <a:gd name="connsiteX3" fmla="*/ 4254096 w 4572002"/>
                <a:gd name="connsiteY3" fmla="*/ 6625225 h 6858002"/>
                <a:gd name="connsiteX4" fmla="*/ 4247001 w 4572002"/>
                <a:gd name="connsiteY4" fmla="*/ 6662540 h 6858002"/>
                <a:gd name="connsiteX5" fmla="*/ 4247000 w 4572002"/>
                <a:gd name="connsiteY5" fmla="*/ 6662541 h 6858002"/>
                <a:gd name="connsiteX6" fmla="*/ 4246999 w 4572002"/>
                <a:gd name="connsiteY6" fmla="*/ 6662544 h 6858002"/>
                <a:gd name="connsiteX7" fmla="*/ 4235550 w 4572002"/>
                <a:gd name="connsiteY7" fmla="*/ 6683027 h 6858002"/>
                <a:gd name="connsiteX8" fmla="*/ 4232403 w 4572002"/>
                <a:gd name="connsiteY8" fmla="*/ 6702976 h 6858002"/>
                <a:gd name="connsiteX9" fmla="*/ 4232403 w 4572002"/>
                <a:gd name="connsiteY9" fmla="*/ 6702977 h 6858002"/>
                <a:gd name="connsiteX10" fmla="*/ 4246238 w 4572002"/>
                <a:gd name="connsiteY10" fmla="*/ 6742553 h 6858002"/>
                <a:gd name="connsiteX11" fmla="*/ 4246239 w 4572002"/>
                <a:gd name="connsiteY11" fmla="*/ 6742555 h 6858002"/>
                <a:gd name="connsiteX12" fmla="*/ 4265716 w 4572002"/>
                <a:gd name="connsiteY12" fmla="*/ 6812062 h 6858002"/>
                <a:gd name="connsiteX13" fmla="*/ 4265717 w 4572002"/>
                <a:gd name="connsiteY13" fmla="*/ 6812064 h 6858002"/>
                <a:gd name="connsiteX14" fmla="*/ 4265717 w 4572002"/>
                <a:gd name="connsiteY14" fmla="*/ 6812063 h 6858002"/>
                <a:gd name="connsiteX15" fmla="*/ 4265716 w 4572002"/>
                <a:gd name="connsiteY15" fmla="*/ 6812062 h 6858002"/>
                <a:gd name="connsiteX16" fmla="*/ 4260942 w 4572002"/>
                <a:gd name="connsiteY16" fmla="*/ 6776800 h 6858002"/>
                <a:gd name="connsiteX17" fmla="*/ 4246239 w 4572002"/>
                <a:gd name="connsiteY17" fmla="*/ 6742555 h 6858002"/>
                <a:gd name="connsiteX18" fmla="*/ 4246238 w 4572002"/>
                <a:gd name="connsiteY18" fmla="*/ 6742552 h 6858002"/>
                <a:gd name="connsiteX19" fmla="*/ 4232403 w 4572002"/>
                <a:gd name="connsiteY19" fmla="*/ 6702976 h 6858002"/>
                <a:gd name="connsiteX20" fmla="*/ 4246999 w 4572002"/>
                <a:gd name="connsiteY20" fmla="*/ 6662544 h 6858002"/>
                <a:gd name="connsiteX21" fmla="*/ 4247000 w 4572002"/>
                <a:gd name="connsiteY21" fmla="*/ 6662542 h 6858002"/>
                <a:gd name="connsiteX22" fmla="*/ 4247001 w 4572002"/>
                <a:gd name="connsiteY22" fmla="*/ 6662540 h 6858002"/>
                <a:gd name="connsiteX23" fmla="*/ 4254084 w 4572002"/>
                <a:gd name="connsiteY23" fmla="*/ 6645552 h 6858002"/>
                <a:gd name="connsiteX24" fmla="*/ 4254096 w 4572002"/>
                <a:gd name="connsiteY24" fmla="*/ 6625225 h 6858002"/>
                <a:gd name="connsiteX25" fmla="*/ 4254096 w 4572002"/>
                <a:gd name="connsiteY25" fmla="*/ 6625224 h 6858002"/>
                <a:gd name="connsiteX26" fmla="*/ 4237474 w 4572002"/>
                <a:gd name="connsiteY26" fmla="*/ 6588625 h 6858002"/>
                <a:gd name="connsiteX27" fmla="*/ 4295315 w 4572002"/>
                <a:gd name="connsiteY27" fmla="*/ 6438981 h 6858002"/>
                <a:gd name="connsiteX28" fmla="*/ 4275385 w 4572002"/>
                <a:gd name="connsiteY28" fmla="*/ 6463840 h 6858002"/>
                <a:gd name="connsiteX29" fmla="*/ 4275382 w 4572002"/>
                <a:gd name="connsiteY29" fmla="*/ 6463849 h 6858002"/>
                <a:gd name="connsiteX30" fmla="*/ 4261587 w 4572002"/>
                <a:gd name="connsiteY30" fmla="*/ 6513012 h 6858002"/>
                <a:gd name="connsiteX31" fmla="*/ 4242781 w 4572002"/>
                <a:gd name="connsiteY31" fmla="*/ 6546194 h 6858002"/>
                <a:gd name="connsiteX32" fmla="*/ 4242781 w 4572002"/>
                <a:gd name="connsiteY32" fmla="*/ 6546195 h 6858002"/>
                <a:gd name="connsiteX33" fmla="*/ 4259120 w 4572002"/>
                <a:gd name="connsiteY33" fmla="*/ 6521804 h 6858002"/>
                <a:gd name="connsiteX34" fmla="*/ 4261587 w 4572002"/>
                <a:gd name="connsiteY34" fmla="*/ 6513012 h 6858002"/>
                <a:gd name="connsiteX35" fmla="*/ 4264398 w 4572002"/>
                <a:gd name="connsiteY35" fmla="*/ 6508052 h 6858002"/>
                <a:gd name="connsiteX36" fmla="*/ 4275382 w 4572002"/>
                <a:gd name="connsiteY36" fmla="*/ 6463849 h 6858002"/>
                <a:gd name="connsiteX37" fmla="*/ 4275385 w 4572002"/>
                <a:gd name="connsiteY37" fmla="*/ 6463841 h 6858002"/>
                <a:gd name="connsiteX38" fmla="*/ 4295315 w 4572002"/>
                <a:gd name="connsiteY38" fmla="*/ 6438981 h 6858002"/>
                <a:gd name="connsiteX39" fmla="*/ 4381289 w 4572002"/>
                <a:gd name="connsiteY39" fmla="*/ 6365204 h 6858002"/>
                <a:gd name="connsiteX40" fmla="*/ 4380008 w 4572002"/>
                <a:gd name="connsiteY40" fmla="*/ 6387910 h 6858002"/>
                <a:gd name="connsiteX41" fmla="*/ 4378243 w 4572002"/>
                <a:gd name="connsiteY41" fmla="*/ 6391549 h 6858002"/>
                <a:gd name="connsiteX42" fmla="*/ 4370589 w 4572002"/>
                <a:gd name="connsiteY42" fmla="*/ 6407332 h 6858002"/>
                <a:gd name="connsiteX43" fmla="*/ 4370589 w 4572002"/>
                <a:gd name="connsiteY43" fmla="*/ 6407333 h 6858002"/>
                <a:gd name="connsiteX44" fmla="*/ 4378243 w 4572002"/>
                <a:gd name="connsiteY44" fmla="*/ 6391549 h 6858002"/>
                <a:gd name="connsiteX45" fmla="*/ 4380008 w 4572002"/>
                <a:gd name="connsiteY45" fmla="*/ 6387910 h 6858002"/>
                <a:gd name="connsiteX46" fmla="*/ 4142220 w 4572002"/>
                <a:gd name="connsiteY46" fmla="*/ 4221391 h 6858002"/>
                <a:gd name="connsiteX47" fmla="*/ 4142220 w 4572002"/>
                <a:gd name="connsiteY47" fmla="*/ 4221392 h 6858002"/>
                <a:gd name="connsiteX48" fmla="*/ 4147936 w 4572002"/>
                <a:gd name="connsiteY48" fmla="*/ 4253015 h 6858002"/>
                <a:gd name="connsiteX49" fmla="*/ 4187752 w 4572002"/>
                <a:gd name="connsiteY49" fmla="*/ 4324646 h 6858002"/>
                <a:gd name="connsiteX50" fmla="*/ 4196706 w 4572002"/>
                <a:gd name="connsiteY50" fmla="*/ 4363891 h 6858002"/>
                <a:gd name="connsiteX51" fmla="*/ 4195944 w 4572002"/>
                <a:gd name="connsiteY51" fmla="*/ 4482004 h 6858002"/>
                <a:gd name="connsiteX52" fmla="*/ 4135934 w 4572002"/>
                <a:gd name="connsiteY52" fmla="*/ 4659174 h 6858002"/>
                <a:gd name="connsiteX53" fmla="*/ 4127932 w 4572002"/>
                <a:gd name="connsiteY53" fmla="*/ 4677655 h 6858002"/>
                <a:gd name="connsiteX54" fmla="*/ 4118025 w 4572002"/>
                <a:gd name="connsiteY54" fmla="*/ 4767764 h 6858002"/>
                <a:gd name="connsiteX55" fmla="*/ 4116716 w 4572002"/>
                <a:gd name="connsiteY55" fmla="*/ 4800483 h 6858002"/>
                <a:gd name="connsiteX56" fmla="*/ 4116716 w 4572002"/>
                <a:gd name="connsiteY56" fmla="*/ 4800484 h 6858002"/>
                <a:gd name="connsiteX57" fmla="*/ 4131552 w 4572002"/>
                <a:gd name="connsiteY57" fmla="*/ 4828917 h 6858002"/>
                <a:gd name="connsiteX58" fmla="*/ 4153733 w 4572002"/>
                <a:gd name="connsiteY58" fmla="*/ 4863343 h 6858002"/>
                <a:gd name="connsiteX59" fmla="*/ 4161262 w 4572002"/>
                <a:gd name="connsiteY59" fmla="*/ 4889275 h 6858002"/>
                <a:gd name="connsiteX60" fmla="*/ 4159557 w 4572002"/>
                <a:gd name="connsiteY60" fmla="*/ 4912168 h 6858002"/>
                <a:gd name="connsiteX61" fmla="*/ 4158155 w 4572002"/>
                <a:gd name="connsiteY61" fmla="*/ 4933804 h 6858002"/>
                <a:gd name="connsiteX62" fmla="*/ 4158155 w 4572002"/>
                <a:gd name="connsiteY62" fmla="*/ 4933805 h 6858002"/>
                <a:gd name="connsiteX63" fmla="*/ 4162914 w 4572002"/>
                <a:gd name="connsiteY63" fmla="*/ 4952673 h 6858002"/>
                <a:gd name="connsiteX64" fmla="*/ 4165707 w 4572002"/>
                <a:gd name="connsiteY64" fmla="*/ 4957454 h 6858002"/>
                <a:gd name="connsiteX65" fmla="*/ 4166985 w 4572002"/>
                <a:gd name="connsiteY65" fmla="*/ 4961456 h 6858002"/>
                <a:gd name="connsiteX66" fmla="*/ 4182989 w 4572002"/>
                <a:gd name="connsiteY66" fmla="*/ 4987038 h 6858002"/>
                <a:gd name="connsiteX67" fmla="*/ 4209468 w 4572002"/>
                <a:gd name="connsiteY67" fmla="*/ 5041522 h 6858002"/>
                <a:gd name="connsiteX68" fmla="*/ 4216684 w 4572002"/>
                <a:gd name="connsiteY68" fmla="*/ 5072376 h 6858002"/>
                <a:gd name="connsiteX69" fmla="*/ 4222587 w 4572002"/>
                <a:gd name="connsiteY69" fmla="*/ 5087441 h 6858002"/>
                <a:gd name="connsiteX70" fmla="*/ 4235615 w 4572002"/>
                <a:gd name="connsiteY70" fmla="*/ 5133220 h 6858002"/>
                <a:gd name="connsiteX71" fmla="*/ 4235616 w 4572002"/>
                <a:gd name="connsiteY71" fmla="*/ 5133225 h 6858002"/>
                <a:gd name="connsiteX72" fmla="*/ 4228901 w 4572002"/>
                <a:gd name="connsiteY72" fmla="*/ 5166113 h 6858002"/>
                <a:gd name="connsiteX73" fmla="*/ 4228901 w 4572002"/>
                <a:gd name="connsiteY73" fmla="*/ 5166114 h 6858002"/>
                <a:gd name="connsiteX74" fmla="*/ 4229593 w 4572002"/>
                <a:gd name="connsiteY74" fmla="*/ 5172091 h 6858002"/>
                <a:gd name="connsiteX75" fmla="*/ 4232139 w 4572002"/>
                <a:gd name="connsiteY75" fmla="*/ 5179068 h 6858002"/>
                <a:gd name="connsiteX76" fmla="*/ 4231973 w 4572002"/>
                <a:gd name="connsiteY76" fmla="*/ 5229434 h 6858002"/>
                <a:gd name="connsiteX77" fmla="*/ 4225669 w 4572002"/>
                <a:gd name="connsiteY77" fmla="*/ 5241089 h 6858002"/>
                <a:gd name="connsiteX78" fmla="*/ 4208517 w 4572002"/>
                <a:gd name="connsiteY78" fmla="*/ 5272796 h 6858002"/>
                <a:gd name="connsiteX79" fmla="*/ 4184613 w 4572002"/>
                <a:gd name="connsiteY79" fmla="*/ 5312288 h 6858002"/>
                <a:gd name="connsiteX80" fmla="*/ 4183557 w 4572002"/>
                <a:gd name="connsiteY80" fmla="*/ 5321350 h 6858002"/>
                <a:gd name="connsiteX81" fmla="*/ 4181083 w 4572002"/>
                <a:gd name="connsiteY81" fmla="*/ 5326163 h 6858002"/>
                <a:gd name="connsiteX82" fmla="*/ 4179637 w 4572002"/>
                <a:gd name="connsiteY82" fmla="*/ 5355014 h 6858002"/>
                <a:gd name="connsiteX83" fmla="*/ 4179637 w 4572002"/>
                <a:gd name="connsiteY83" fmla="*/ 5355015 h 6858002"/>
                <a:gd name="connsiteX84" fmla="*/ 4184513 w 4572002"/>
                <a:gd name="connsiteY84" fmla="*/ 5385385 h 6858002"/>
                <a:gd name="connsiteX85" fmla="*/ 4192704 w 4572002"/>
                <a:gd name="connsiteY85" fmla="*/ 5425583 h 6858002"/>
                <a:gd name="connsiteX86" fmla="*/ 4204327 w 4572002"/>
                <a:gd name="connsiteY86" fmla="*/ 5480638 h 6858002"/>
                <a:gd name="connsiteX87" fmla="*/ 4208850 w 4572002"/>
                <a:gd name="connsiteY87" fmla="*/ 5507668 h 6858002"/>
                <a:gd name="connsiteX88" fmla="*/ 4198232 w 4572002"/>
                <a:gd name="connsiteY88" fmla="*/ 5531692 h 6858002"/>
                <a:gd name="connsiteX89" fmla="*/ 4198231 w 4572002"/>
                <a:gd name="connsiteY89" fmla="*/ 5531693 h 6858002"/>
                <a:gd name="connsiteX90" fmla="*/ 4188085 w 4572002"/>
                <a:gd name="connsiteY90" fmla="*/ 5547578 h 6858002"/>
                <a:gd name="connsiteX91" fmla="*/ 4188085 w 4572002"/>
                <a:gd name="connsiteY91" fmla="*/ 5547579 h 6858002"/>
                <a:gd name="connsiteX92" fmla="*/ 4197659 w 4572002"/>
                <a:gd name="connsiteY92" fmla="*/ 5562747 h 6858002"/>
                <a:gd name="connsiteX93" fmla="*/ 4268907 w 4572002"/>
                <a:gd name="connsiteY93" fmla="*/ 5704484 h 6858002"/>
                <a:gd name="connsiteX94" fmla="*/ 4274812 w 4572002"/>
                <a:gd name="connsiteY94" fmla="*/ 5740489 h 6858002"/>
                <a:gd name="connsiteX95" fmla="*/ 4283578 w 4572002"/>
                <a:gd name="connsiteY95" fmla="*/ 5760874 h 6858002"/>
                <a:gd name="connsiteX96" fmla="*/ 4371973 w 4572002"/>
                <a:gd name="connsiteY96" fmla="*/ 5883752 h 6858002"/>
                <a:gd name="connsiteX97" fmla="*/ 4371974 w 4572002"/>
                <a:gd name="connsiteY97" fmla="*/ 5883757 h 6858002"/>
                <a:gd name="connsiteX98" fmla="*/ 4389877 w 4572002"/>
                <a:gd name="connsiteY98" fmla="*/ 5935946 h 6858002"/>
                <a:gd name="connsiteX99" fmla="*/ 4389878 w 4572002"/>
                <a:gd name="connsiteY99" fmla="*/ 5935950 h 6858002"/>
                <a:gd name="connsiteX100" fmla="*/ 4386259 w 4572002"/>
                <a:gd name="connsiteY100" fmla="*/ 5993290 h 6858002"/>
                <a:gd name="connsiteX101" fmla="*/ 4386259 w 4572002"/>
                <a:gd name="connsiteY101" fmla="*/ 5993291 h 6858002"/>
                <a:gd name="connsiteX102" fmla="*/ 4379782 w 4572002"/>
                <a:gd name="connsiteY102" fmla="*/ 6026440 h 6858002"/>
                <a:gd name="connsiteX103" fmla="*/ 4323583 w 4572002"/>
                <a:gd name="connsiteY103" fmla="*/ 6108738 h 6858002"/>
                <a:gd name="connsiteX104" fmla="*/ 4309890 w 4572002"/>
                <a:gd name="connsiteY104" fmla="*/ 6133314 h 6858002"/>
                <a:gd name="connsiteX105" fmla="*/ 4309890 w 4572002"/>
                <a:gd name="connsiteY105" fmla="*/ 6133315 h 6858002"/>
                <a:gd name="connsiteX106" fmla="*/ 4313591 w 4572002"/>
                <a:gd name="connsiteY106" fmla="*/ 6143190 h 6858002"/>
                <a:gd name="connsiteX107" fmla="*/ 4325486 w 4572002"/>
                <a:gd name="connsiteY107" fmla="*/ 6155600 h 6858002"/>
                <a:gd name="connsiteX108" fmla="*/ 4325488 w 4572002"/>
                <a:gd name="connsiteY108" fmla="*/ 6155603 h 6858002"/>
                <a:gd name="connsiteX109" fmla="*/ 4364160 w 4572002"/>
                <a:gd name="connsiteY109" fmla="*/ 6228757 h 6858002"/>
                <a:gd name="connsiteX110" fmla="*/ 4381497 w 4572002"/>
                <a:gd name="connsiteY110" fmla="*/ 6361540 h 6858002"/>
                <a:gd name="connsiteX111" fmla="*/ 4381497 w 4572002"/>
                <a:gd name="connsiteY111" fmla="*/ 6361539 h 6858002"/>
                <a:gd name="connsiteX112" fmla="*/ 4364160 w 4572002"/>
                <a:gd name="connsiteY112" fmla="*/ 6228756 h 6858002"/>
                <a:gd name="connsiteX113" fmla="*/ 4325488 w 4572002"/>
                <a:gd name="connsiteY113" fmla="*/ 6155602 h 6858002"/>
                <a:gd name="connsiteX114" fmla="*/ 4325486 w 4572002"/>
                <a:gd name="connsiteY114" fmla="*/ 6155600 h 6858002"/>
                <a:gd name="connsiteX115" fmla="*/ 4309890 w 4572002"/>
                <a:gd name="connsiteY115" fmla="*/ 6133315 h 6858002"/>
                <a:gd name="connsiteX116" fmla="*/ 4323583 w 4572002"/>
                <a:gd name="connsiteY116" fmla="*/ 6108739 h 6858002"/>
                <a:gd name="connsiteX117" fmla="*/ 4379782 w 4572002"/>
                <a:gd name="connsiteY117" fmla="*/ 6026441 h 6858002"/>
                <a:gd name="connsiteX118" fmla="*/ 4386259 w 4572002"/>
                <a:gd name="connsiteY118" fmla="*/ 5993292 h 6858002"/>
                <a:gd name="connsiteX119" fmla="*/ 4386259 w 4572002"/>
                <a:gd name="connsiteY119" fmla="*/ 5993290 h 6858002"/>
                <a:gd name="connsiteX120" fmla="*/ 4389712 w 4572002"/>
                <a:gd name="connsiteY120" fmla="*/ 5964477 h 6858002"/>
                <a:gd name="connsiteX121" fmla="*/ 4389878 w 4572002"/>
                <a:gd name="connsiteY121" fmla="*/ 5935950 h 6858002"/>
                <a:gd name="connsiteX122" fmla="*/ 4389878 w 4572002"/>
                <a:gd name="connsiteY122" fmla="*/ 5935949 h 6858002"/>
                <a:gd name="connsiteX123" fmla="*/ 4389877 w 4572002"/>
                <a:gd name="connsiteY123" fmla="*/ 5935946 h 6858002"/>
                <a:gd name="connsiteX124" fmla="*/ 4382997 w 4572002"/>
                <a:gd name="connsiteY124" fmla="*/ 5909351 h 6858002"/>
                <a:gd name="connsiteX125" fmla="*/ 4371974 w 4572002"/>
                <a:gd name="connsiteY125" fmla="*/ 5883757 h 6858002"/>
                <a:gd name="connsiteX126" fmla="*/ 4371973 w 4572002"/>
                <a:gd name="connsiteY126" fmla="*/ 5883751 h 6858002"/>
                <a:gd name="connsiteX127" fmla="*/ 4283578 w 4572002"/>
                <a:gd name="connsiteY127" fmla="*/ 5760873 h 6858002"/>
                <a:gd name="connsiteX128" fmla="*/ 4274812 w 4572002"/>
                <a:gd name="connsiteY128" fmla="*/ 5740488 h 6858002"/>
                <a:gd name="connsiteX129" fmla="*/ 4268907 w 4572002"/>
                <a:gd name="connsiteY129" fmla="*/ 5704483 h 6858002"/>
                <a:gd name="connsiteX130" fmla="*/ 4197659 w 4572002"/>
                <a:gd name="connsiteY130" fmla="*/ 5562746 h 6858002"/>
                <a:gd name="connsiteX131" fmla="*/ 4188085 w 4572002"/>
                <a:gd name="connsiteY131" fmla="*/ 5547578 h 6858002"/>
                <a:gd name="connsiteX132" fmla="*/ 4198231 w 4572002"/>
                <a:gd name="connsiteY132" fmla="*/ 5531694 h 6858002"/>
                <a:gd name="connsiteX133" fmla="*/ 4198232 w 4572002"/>
                <a:gd name="connsiteY133" fmla="*/ 5531692 h 6858002"/>
                <a:gd name="connsiteX134" fmla="*/ 4206630 w 4572002"/>
                <a:gd name="connsiteY134" fmla="*/ 5520422 h 6858002"/>
                <a:gd name="connsiteX135" fmla="*/ 4208850 w 4572002"/>
                <a:gd name="connsiteY135" fmla="*/ 5507668 h 6858002"/>
                <a:gd name="connsiteX136" fmla="*/ 4208850 w 4572002"/>
                <a:gd name="connsiteY136" fmla="*/ 5507667 h 6858002"/>
                <a:gd name="connsiteX137" fmla="*/ 4204327 w 4572002"/>
                <a:gd name="connsiteY137" fmla="*/ 5480637 h 6858002"/>
                <a:gd name="connsiteX138" fmla="*/ 4192704 w 4572002"/>
                <a:gd name="connsiteY138" fmla="*/ 5425582 h 6858002"/>
                <a:gd name="connsiteX139" fmla="*/ 4184513 w 4572002"/>
                <a:gd name="connsiteY139" fmla="*/ 5385384 h 6858002"/>
                <a:gd name="connsiteX140" fmla="*/ 4179637 w 4572002"/>
                <a:gd name="connsiteY140" fmla="*/ 5355014 h 6858002"/>
                <a:gd name="connsiteX141" fmla="*/ 4183557 w 4572002"/>
                <a:gd name="connsiteY141" fmla="*/ 5321350 h 6858002"/>
                <a:gd name="connsiteX142" fmla="*/ 4208517 w 4572002"/>
                <a:gd name="connsiteY142" fmla="*/ 5272797 h 6858002"/>
                <a:gd name="connsiteX143" fmla="*/ 4225669 w 4572002"/>
                <a:gd name="connsiteY143" fmla="*/ 5241089 h 6858002"/>
                <a:gd name="connsiteX144" fmla="*/ 4231973 w 4572002"/>
                <a:gd name="connsiteY144" fmla="*/ 5229433 h 6858002"/>
                <a:gd name="connsiteX145" fmla="*/ 4232139 w 4572002"/>
                <a:gd name="connsiteY145" fmla="*/ 5179068 h 6858002"/>
                <a:gd name="connsiteX146" fmla="*/ 4232139 w 4572002"/>
                <a:gd name="connsiteY146" fmla="*/ 5179067 h 6858002"/>
                <a:gd name="connsiteX147" fmla="*/ 4229593 w 4572002"/>
                <a:gd name="connsiteY147" fmla="*/ 5172090 h 6858002"/>
                <a:gd name="connsiteX148" fmla="*/ 4228901 w 4572002"/>
                <a:gd name="connsiteY148" fmla="*/ 5166114 h 6858002"/>
                <a:gd name="connsiteX149" fmla="*/ 4235616 w 4572002"/>
                <a:gd name="connsiteY149" fmla="*/ 5133225 h 6858002"/>
                <a:gd name="connsiteX150" fmla="*/ 4235616 w 4572002"/>
                <a:gd name="connsiteY150" fmla="*/ 5133224 h 6858002"/>
                <a:gd name="connsiteX151" fmla="*/ 4235615 w 4572002"/>
                <a:gd name="connsiteY151" fmla="*/ 5133220 h 6858002"/>
                <a:gd name="connsiteX152" fmla="*/ 4228473 w 4572002"/>
                <a:gd name="connsiteY152" fmla="*/ 5102461 h 6858002"/>
                <a:gd name="connsiteX153" fmla="*/ 4222587 w 4572002"/>
                <a:gd name="connsiteY153" fmla="*/ 5087441 h 6858002"/>
                <a:gd name="connsiteX154" fmla="*/ 4222582 w 4572002"/>
                <a:gd name="connsiteY154" fmla="*/ 5087423 h 6858002"/>
                <a:gd name="connsiteX155" fmla="*/ 4209468 w 4572002"/>
                <a:gd name="connsiteY155" fmla="*/ 5041521 h 6858002"/>
                <a:gd name="connsiteX156" fmla="*/ 4182989 w 4572002"/>
                <a:gd name="connsiteY156" fmla="*/ 4987037 h 6858002"/>
                <a:gd name="connsiteX157" fmla="*/ 4165707 w 4572002"/>
                <a:gd name="connsiteY157" fmla="*/ 4957454 h 6858002"/>
                <a:gd name="connsiteX158" fmla="*/ 4158155 w 4572002"/>
                <a:gd name="connsiteY158" fmla="*/ 4933805 h 6858002"/>
                <a:gd name="connsiteX159" fmla="*/ 4159557 w 4572002"/>
                <a:gd name="connsiteY159" fmla="*/ 4912169 h 6858002"/>
                <a:gd name="connsiteX160" fmla="*/ 4161262 w 4572002"/>
                <a:gd name="connsiteY160" fmla="*/ 4889276 h 6858002"/>
                <a:gd name="connsiteX161" fmla="*/ 4161262 w 4572002"/>
                <a:gd name="connsiteY161" fmla="*/ 4889275 h 6858002"/>
                <a:gd name="connsiteX162" fmla="*/ 4156484 w 4572002"/>
                <a:gd name="connsiteY162" fmla="*/ 4867614 h 6858002"/>
                <a:gd name="connsiteX163" fmla="*/ 4153733 w 4572002"/>
                <a:gd name="connsiteY163" fmla="*/ 4863343 h 6858002"/>
                <a:gd name="connsiteX164" fmla="*/ 4151983 w 4572002"/>
                <a:gd name="connsiteY164" fmla="*/ 4857317 h 6858002"/>
                <a:gd name="connsiteX165" fmla="*/ 4131552 w 4572002"/>
                <a:gd name="connsiteY165" fmla="*/ 4828916 h 6858002"/>
                <a:gd name="connsiteX166" fmla="*/ 4116716 w 4572002"/>
                <a:gd name="connsiteY166" fmla="*/ 4800483 h 6858002"/>
                <a:gd name="connsiteX167" fmla="*/ 4118025 w 4572002"/>
                <a:gd name="connsiteY167" fmla="*/ 4767765 h 6858002"/>
                <a:gd name="connsiteX168" fmla="*/ 4127932 w 4572002"/>
                <a:gd name="connsiteY168" fmla="*/ 4677656 h 6858002"/>
                <a:gd name="connsiteX169" fmla="*/ 4135934 w 4572002"/>
                <a:gd name="connsiteY169" fmla="*/ 4659175 h 6858002"/>
                <a:gd name="connsiteX170" fmla="*/ 4195944 w 4572002"/>
                <a:gd name="connsiteY170" fmla="*/ 4482005 h 6858002"/>
                <a:gd name="connsiteX171" fmla="*/ 4196706 w 4572002"/>
                <a:gd name="connsiteY171" fmla="*/ 4363891 h 6858002"/>
                <a:gd name="connsiteX172" fmla="*/ 4196706 w 4572002"/>
                <a:gd name="connsiteY172" fmla="*/ 4363890 h 6858002"/>
                <a:gd name="connsiteX173" fmla="*/ 4187752 w 4572002"/>
                <a:gd name="connsiteY173" fmla="*/ 4324645 h 6858002"/>
                <a:gd name="connsiteX174" fmla="*/ 4147936 w 4572002"/>
                <a:gd name="connsiteY174" fmla="*/ 4253014 h 6858002"/>
                <a:gd name="connsiteX175" fmla="*/ 4211111 w 4572002"/>
                <a:gd name="connsiteY175" fmla="*/ 2836172 h 6858002"/>
                <a:gd name="connsiteX176" fmla="*/ 4202421 w 4572002"/>
                <a:gd name="connsiteY176" fmla="*/ 2848793 h 6858002"/>
                <a:gd name="connsiteX177" fmla="*/ 4186816 w 4572002"/>
                <a:gd name="connsiteY177" fmla="*/ 2897785 h 6858002"/>
                <a:gd name="connsiteX178" fmla="*/ 4185787 w 4572002"/>
                <a:gd name="connsiteY178" fmla="*/ 2903551 h 6858002"/>
                <a:gd name="connsiteX179" fmla="*/ 4182513 w 4572002"/>
                <a:gd name="connsiteY179" fmla="*/ 2914328 h 6858002"/>
                <a:gd name="connsiteX180" fmla="*/ 4177882 w 4572002"/>
                <a:gd name="connsiteY180" fmla="*/ 2947858 h 6858002"/>
                <a:gd name="connsiteX181" fmla="*/ 4177881 w 4572002"/>
                <a:gd name="connsiteY181" fmla="*/ 2947862 h 6858002"/>
                <a:gd name="connsiteX182" fmla="*/ 4177881 w 4572002"/>
                <a:gd name="connsiteY182" fmla="*/ 2947863 h 6858002"/>
                <a:gd name="connsiteX183" fmla="*/ 4181465 w 4572002"/>
                <a:gd name="connsiteY183" fmla="*/ 2982149 h 6858002"/>
                <a:gd name="connsiteX184" fmla="*/ 4193158 w 4572002"/>
                <a:gd name="connsiteY184" fmla="*/ 3077402 h 6858002"/>
                <a:gd name="connsiteX185" fmla="*/ 4180703 w 4572002"/>
                <a:gd name="connsiteY185" fmla="*/ 3172654 h 6858002"/>
                <a:gd name="connsiteX186" fmla="*/ 4133076 w 4572002"/>
                <a:gd name="connsiteY186" fmla="*/ 3489467 h 6858002"/>
                <a:gd name="connsiteX187" fmla="*/ 4110977 w 4572002"/>
                <a:gd name="connsiteY187" fmla="*/ 3544713 h 6858002"/>
                <a:gd name="connsiteX188" fmla="*/ 4093355 w 4572002"/>
                <a:gd name="connsiteY188" fmla="*/ 3574408 h 6858002"/>
                <a:gd name="connsiteX189" fmla="*/ 4093355 w 4572002"/>
                <a:gd name="connsiteY189" fmla="*/ 3574409 h 6858002"/>
                <a:gd name="connsiteX190" fmla="*/ 4105453 w 4572002"/>
                <a:gd name="connsiteY190" fmla="*/ 3606818 h 6858002"/>
                <a:gd name="connsiteX191" fmla="*/ 4118979 w 4572002"/>
                <a:gd name="connsiteY191" fmla="*/ 3630633 h 6858002"/>
                <a:gd name="connsiteX192" fmla="*/ 4136708 w 4572002"/>
                <a:gd name="connsiteY192" fmla="*/ 3654416 h 6858002"/>
                <a:gd name="connsiteX193" fmla="*/ 4140382 w 4572002"/>
                <a:gd name="connsiteY193" fmla="*/ 3668940 h 6858002"/>
                <a:gd name="connsiteX194" fmla="*/ 4143220 w 4572002"/>
                <a:gd name="connsiteY194" fmla="*/ 3680164 h 6858002"/>
                <a:gd name="connsiteX195" fmla="*/ 4139172 w 4572002"/>
                <a:gd name="connsiteY195" fmla="*/ 3734837 h 6858002"/>
                <a:gd name="connsiteX196" fmla="*/ 4139172 w 4572002"/>
                <a:gd name="connsiteY196" fmla="*/ 3734838 h 6858002"/>
                <a:gd name="connsiteX197" fmla="*/ 4139554 w 4572002"/>
                <a:gd name="connsiteY197" fmla="*/ 3754653 h 6858002"/>
                <a:gd name="connsiteX198" fmla="*/ 4145911 w 4572002"/>
                <a:gd name="connsiteY198" fmla="*/ 3789776 h 6858002"/>
                <a:gd name="connsiteX199" fmla="*/ 4130980 w 4572002"/>
                <a:gd name="connsiteY199" fmla="*/ 3822472 h 6858002"/>
                <a:gd name="connsiteX200" fmla="*/ 4116645 w 4572002"/>
                <a:gd name="connsiteY200" fmla="*/ 3852619 h 6858002"/>
                <a:gd name="connsiteX201" fmla="*/ 4116645 w 4572002"/>
                <a:gd name="connsiteY201" fmla="*/ 3852620 h 6858002"/>
                <a:gd name="connsiteX202" fmla="*/ 4117425 w 4572002"/>
                <a:gd name="connsiteY202" fmla="*/ 3868764 h 6858002"/>
                <a:gd name="connsiteX203" fmla="*/ 4126028 w 4572002"/>
                <a:gd name="connsiteY203" fmla="*/ 3885337 h 6858002"/>
                <a:gd name="connsiteX204" fmla="*/ 4126028 w 4572002"/>
                <a:gd name="connsiteY204" fmla="*/ 3885339 h 6858002"/>
                <a:gd name="connsiteX205" fmla="*/ 4148409 w 4572002"/>
                <a:gd name="connsiteY205" fmla="*/ 3923125 h 6858002"/>
                <a:gd name="connsiteX206" fmla="*/ 4157913 w 4572002"/>
                <a:gd name="connsiteY206" fmla="*/ 3962160 h 6858002"/>
                <a:gd name="connsiteX207" fmla="*/ 4142221 w 4572002"/>
                <a:gd name="connsiteY207" fmla="*/ 4043838 h 6858002"/>
                <a:gd name="connsiteX208" fmla="*/ 4142220 w 4572002"/>
                <a:gd name="connsiteY208" fmla="*/ 4043839 h 6858002"/>
                <a:gd name="connsiteX209" fmla="*/ 4127099 w 4572002"/>
                <a:gd name="connsiteY209" fmla="*/ 4103825 h 6858002"/>
                <a:gd name="connsiteX210" fmla="*/ 4127099 w 4572002"/>
                <a:gd name="connsiteY210" fmla="*/ 4103826 h 6858002"/>
                <a:gd name="connsiteX211" fmla="*/ 4129066 w 4572002"/>
                <a:gd name="connsiteY211" fmla="*/ 4134256 h 6858002"/>
                <a:gd name="connsiteX212" fmla="*/ 4138410 w 4572002"/>
                <a:gd name="connsiteY212" fmla="*/ 4165382 h 6858002"/>
                <a:gd name="connsiteX213" fmla="*/ 4138410 w 4572002"/>
                <a:gd name="connsiteY213" fmla="*/ 4165384 h 6858002"/>
                <a:gd name="connsiteX214" fmla="*/ 4142315 w 4572002"/>
                <a:gd name="connsiteY214" fmla="*/ 4192388 h 6858002"/>
                <a:gd name="connsiteX215" fmla="*/ 4142315 w 4572002"/>
                <a:gd name="connsiteY215" fmla="*/ 4192387 h 6858002"/>
                <a:gd name="connsiteX216" fmla="*/ 4138410 w 4572002"/>
                <a:gd name="connsiteY216" fmla="*/ 4165383 h 6858002"/>
                <a:gd name="connsiteX217" fmla="*/ 4138410 w 4572002"/>
                <a:gd name="connsiteY217" fmla="*/ 4165382 h 6858002"/>
                <a:gd name="connsiteX218" fmla="*/ 4127099 w 4572002"/>
                <a:gd name="connsiteY218" fmla="*/ 4103826 h 6858002"/>
                <a:gd name="connsiteX219" fmla="*/ 4142220 w 4572002"/>
                <a:gd name="connsiteY219" fmla="*/ 4043840 h 6858002"/>
                <a:gd name="connsiteX220" fmla="*/ 4142221 w 4572002"/>
                <a:gd name="connsiteY220" fmla="*/ 4043838 h 6858002"/>
                <a:gd name="connsiteX221" fmla="*/ 4155523 w 4572002"/>
                <a:gd name="connsiteY221" fmla="*/ 4002410 h 6858002"/>
                <a:gd name="connsiteX222" fmla="*/ 4157913 w 4572002"/>
                <a:gd name="connsiteY222" fmla="*/ 3962160 h 6858002"/>
                <a:gd name="connsiteX223" fmla="*/ 4157913 w 4572002"/>
                <a:gd name="connsiteY223" fmla="*/ 3962159 h 6858002"/>
                <a:gd name="connsiteX224" fmla="*/ 4126028 w 4572002"/>
                <a:gd name="connsiteY224" fmla="*/ 3885338 h 6858002"/>
                <a:gd name="connsiteX225" fmla="*/ 4126028 w 4572002"/>
                <a:gd name="connsiteY225" fmla="*/ 3885337 h 6858002"/>
                <a:gd name="connsiteX226" fmla="*/ 4116645 w 4572002"/>
                <a:gd name="connsiteY226" fmla="*/ 3852620 h 6858002"/>
                <a:gd name="connsiteX227" fmla="*/ 4130980 w 4572002"/>
                <a:gd name="connsiteY227" fmla="*/ 3822473 h 6858002"/>
                <a:gd name="connsiteX228" fmla="*/ 4145911 w 4572002"/>
                <a:gd name="connsiteY228" fmla="*/ 3789777 h 6858002"/>
                <a:gd name="connsiteX229" fmla="*/ 4145911 w 4572002"/>
                <a:gd name="connsiteY229" fmla="*/ 3789776 h 6858002"/>
                <a:gd name="connsiteX230" fmla="*/ 4139554 w 4572002"/>
                <a:gd name="connsiteY230" fmla="*/ 3754652 h 6858002"/>
                <a:gd name="connsiteX231" fmla="*/ 4139172 w 4572002"/>
                <a:gd name="connsiteY231" fmla="*/ 3734838 h 6858002"/>
                <a:gd name="connsiteX232" fmla="*/ 4143220 w 4572002"/>
                <a:gd name="connsiteY232" fmla="*/ 3680164 h 6858002"/>
                <a:gd name="connsiteX233" fmla="*/ 4143220 w 4572002"/>
                <a:gd name="connsiteY233" fmla="*/ 3680163 h 6858002"/>
                <a:gd name="connsiteX234" fmla="*/ 4140382 w 4572002"/>
                <a:gd name="connsiteY234" fmla="*/ 3668940 h 6858002"/>
                <a:gd name="connsiteX235" fmla="*/ 4136708 w 4572002"/>
                <a:gd name="connsiteY235" fmla="*/ 3654416 h 6858002"/>
                <a:gd name="connsiteX236" fmla="*/ 4136708 w 4572002"/>
                <a:gd name="connsiteY236" fmla="*/ 3654416 h 6858002"/>
                <a:gd name="connsiteX237" fmla="*/ 4136708 w 4572002"/>
                <a:gd name="connsiteY237" fmla="*/ 3654415 h 6858002"/>
                <a:gd name="connsiteX238" fmla="*/ 4118979 w 4572002"/>
                <a:gd name="connsiteY238" fmla="*/ 3630632 h 6858002"/>
                <a:gd name="connsiteX239" fmla="*/ 4105453 w 4572002"/>
                <a:gd name="connsiteY239" fmla="*/ 3606817 h 6858002"/>
                <a:gd name="connsiteX240" fmla="*/ 4095707 w 4572002"/>
                <a:gd name="connsiteY240" fmla="*/ 3587174 h 6858002"/>
                <a:gd name="connsiteX241" fmla="*/ 4093355 w 4572002"/>
                <a:gd name="connsiteY241" fmla="*/ 3574408 h 6858002"/>
                <a:gd name="connsiteX242" fmla="*/ 4098434 w 4572002"/>
                <a:gd name="connsiteY242" fmla="*/ 3562321 h 6858002"/>
                <a:gd name="connsiteX243" fmla="*/ 4110977 w 4572002"/>
                <a:gd name="connsiteY243" fmla="*/ 3544714 h 6858002"/>
                <a:gd name="connsiteX244" fmla="*/ 4133076 w 4572002"/>
                <a:gd name="connsiteY244" fmla="*/ 3489468 h 6858002"/>
                <a:gd name="connsiteX245" fmla="*/ 4180703 w 4572002"/>
                <a:gd name="connsiteY245" fmla="*/ 3172655 h 6858002"/>
                <a:gd name="connsiteX246" fmla="*/ 4193158 w 4572002"/>
                <a:gd name="connsiteY246" fmla="*/ 3077402 h 6858002"/>
                <a:gd name="connsiteX247" fmla="*/ 4193158 w 4572002"/>
                <a:gd name="connsiteY247" fmla="*/ 3077401 h 6858002"/>
                <a:gd name="connsiteX248" fmla="*/ 4181465 w 4572002"/>
                <a:gd name="connsiteY248" fmla="*/ 2982148 h 6858002"/>
                <a:gd name="connsiteX249" fmla="*/ 4177881 w 4572002"/>
                <a:gd name="connsiteY249" fmla="*/ 2947863 h 6858002"/>
                <a:gd name="connsiteX250" fmla="*/ 4177882 w 4572002"/>
                <a:gd name="connsiteY250" fmla="*/ 2947858 h 6858002"/>
                <a:gd name="connsiteX251" fmla="*/ 4185787 w 4572002"/>
                <a:gd name="connsiteY251" fmla="*/ 2903551 h 6858002"/>
                <a:gd name="connsiteX252" fmla="*/ 4202421 w 4572002"/>
                <a:gd name="connsiteY252" fmla="*/ 2848794 h 6858002"/>
                <a:gd name="connsiteX253" fmla="*/ 4211111 w 4572002"/>
                <a:gd name="connsiteY253" fmla="*/ 2836173 h 6858002"/>
                <a:gd name="connsiteX254" fmla="*/ 3726625 w 4572002"/>
                <a:gd name="connsiteY254" fmla="*/ 1508458 h 6858002"/>
                <a:gd name="connsiteX255" fmla="*/ 3698531 w 4572002"/>
                <a:gd name="connsiteY255" fmla="*/ 1596214 h 6858002"/>
                <a:gd name="connsiteX256" fmla="*/ 3700436 w 4572002"/>
                <a:gd name="connsiteY256" fmla="*/ 1624981 h 6858002"/>
                <a:gd name="connsiteX257" fmla="*/ 3757017 w 4572002"/>
                <a:gd name="connsiteY257" fmla="*/ 1697754 h 6858002"/>
                <a:gd name="connsiteX258" fmla="*/ 3779686 w 4572002"/>
                <a:gd name="connsiteY258" fmla="*/ 1733189 h 6858002"/>
                <a:gd name="connsiteX259" fmla="*/ 3821407 w 4572002"/>
                <a:gd name="connsiteY259" fmla="*/ 1833776 h 6858002"/>
                <a:gd name="connsiteX260" fmla="*/ 3829028 w 4572002"/>
                <a:gd name="connsiteY260" fmla="*/ 1842159 h 6858002"/>
                <a:gd name="connsiteX261" fmla="*/ 3919519 w 4572002"/>
                <a:gd name="connsiteY261" fmla="*/ 1916455 h 6858002"/>
                <a:gd name="connsiteX262" fmla="*/ 3934949 w 4572002"/>
                <a:gd name="connsiteY262" fmla="*/ 1933220 h 6858002"/>
                <a:gd name="connsiteX263" fmla="*/ 3958954 w 4572002"/>
                <a:gd name="connsiteY263" fmla="*/ 1953414 h 6858002"/>
                <a:gd name="connsiteX264" fmla="*/ 4005437 w 4572002"/>
                <a:gd name="connsiteY264" fmla="*/ 2016470 h 6858002"/>
                <a:gd name="connsiteX265" fmla="*/ 4020296 w 4572002"/>
                <a:gd name="connsiteY265" fmla="*/ 2094579 h 6858002"/>
                <a:gd name="connsiteX266" fmla="*/ 4042967 w 4572002"/>
                <a:gd name="connsiteY266" fmla="*/ 2188880 h 6858002"/>
                <a:gd name="connsiteX267" fmla="*/ 4058207 w 4572002"/>
                <a:gd name="connsiteY267" fmla="*/ 2228315 h 6858002"/>
                <a:gd name="connsiteX268" fmla="*/ 4087164 w 4572002"/>
                <a:gd name="connsiteY268" fmla="*/ 2334045 h 6858002"/>
                <a:gd name="connsiteX269" fmla="*/ 4111549 w 4572002"/>
                <a:gd name="connsiteY269" fmla="*/ 2409486 h 6858002"/>
                <a:gd name="connsiteX270" fmla="*/ 4128650 w 4572002"/>
                <a:gd name="connsiteY270" fmla="*/ 2435913 h 6858002"/>
                <a:gd name="connsiteX271" fmla="*/ 4134481 w 4572002"/>
                <a:gd name="connsiteY271" fmla="*/ 2463018 h 6858002"/>
                <a:gd name="connsiteX272" fmla="*/ 4125839 w 4572002"/>
                <a:gd name="connsiteY272" fmla="*/ 2518262 h 6858002"/>
                <a:gd name="connsiteX273" fmla="*/ 4125838 w 4572002"/>
                <a:gd name="connsiteY273" fmla="*/ 2518264 h 6858002"/>
                <a:gd name="connsiteX274" fmla="*/ 4122194 w 4572002"/>
                <a:gd name="connsiteY274" fmla="*/ 2545006 h 6858002"/>
                <a:gd name="connsiteX275" fmla="*/ 4122194 w 4572002"/>
                <a:gd name="connsiteY275" fmla="*/ 2545007 h 6858002"/>
                <a:gd name="connsiteX276" fmla="*/ 4126408 w 4572002"/>
                <a:gd name="connsiteY276" fmla="*/ 2571035 h 6858002"/>
                <a:gd name="connsiteX277" fmla="*/ 4199563 w 4572002"/>
                <a:gd name="connsiteY277" fmla="*/ 2668002 h 6858002"/>
                <a:gd name="connsiteX278" fmla="*/ 4247953 w 4572002"/>
                <a:gd name="connsiteY278" fmla="*/ 2745349 h 6858002"/>
                <a:gd name="connsiteX279" fmla="*/ 4247954 w 4572002"/>
                <a:gd name="connsiteY279" fmla="*/ 2745352 h 6858002"/>
                <a:gd name="connsiteX280" fmla="*/ 4253873 w 4572002"/>
                <a:gd name="connsiteY280" fmla="*/ 2778006 h 6858002"/>
                <a:gd name="connsiteX281" fmla="*/ 4253453 w 4572002"/>
                <a:gd name="connsiteY281" fmla="*/ 2785440 h 6858002"/>
                <a:gd name="connsiteX282" fmla="*/ 4243374 w 4572002"/>
                <a:gd name="connsiteY282" fmla="*/ 2811780 h 6858002"/>
                <a:gd name="connsiteX283" fmla="*/ 4243371 w 4572002"/>
                <a:gd name="connsiteY283" fmla="*/ 2811787 h 6858002"/>
                <a:gd name="connsiteX284" fmla="*/ 4243372 w 4572002"/>
                <a:gd name="connsiteY284" fmla="*/ 2811787 h 6858002"/>
                <a:gd name="connsiteX285" fmla="*/ 4243374 w 4572002"/>
                <a:gd name="connsiteY285" fmla="*/ 2811780 h 6858002"/>
                <a:gd name="connsiteX286" fmla="*/ 4253025 w 4572002"/>
                <a:gd name="connsiteY286" fmla="*/ 2793023 h 6858002"/>
                <a:gd name="connsiteX287" fmla="*/ 4253453 w 4572002"/>
                <a:gd name="connsiteY287" fmla="*/ 2785440 h 6858002"/>
                <a:gd name="connsiteX288" fmla="*/ 4254654 w 4572002"/>
                <a:gd name="connsiteY288" fmla="*/ 2782305 h 6858002"/>
                <a:gd name="connsiteX289" fmla="*/ 4253873 w 4572002"/>
                <a:gd name="connsiteY289" fmla="*/ 2778006 h 6858002"/>
                <a:gd name="connsiteX290" fmla="*/ 4254284 w 4572002"/>
                <a:gd name="connsiteY290" fmla="*/ 2770758 h 6858002"/>
                <a:gd name="connsiteX291" fmla="*/ 4247954 w 4572002"/>
                <a:gd name="connsiteY291" fmla="*/ 2745352 h 6858002"/>
                <a:gd name="connsiteX292" fmla="*/ 4247953 w 4572002"/>
                <a:gd name="connsiteY292" fmla="*/ 2745348 h 6858002"/>
                <a:gd name="connsiteX293" fmla="*/ 4199563 w 4572002"/>
                <a:gd name="connsiteY293" fmla="*/ 2668001 h 6858002"/>
                <a:gd name="connsiteX294" fmla="*/ 4126408 w 4572002"/>
                <a:gd name="connsiteY294" fmla="*/ 2571034 h 6858002"/>
                <a:gd name="connsiteX295" fmla="*/ 4122194 w 4572002"/>
                <a:gd name="connsiteY295" fmla="*/ 2545007 h 6858002"/>
                <a:gd name="connsiteX296" fmla="*/ 4125838 w 4572002"/>
                <a:gd name="connsiteY296" fmla="*/ 2518265 h 6858002"/>
                <a:gd name="connsiteX297" fmla="*/ 4125839 w 4572002"/>
                <a:gd name="connsiteY297" fmla="*/ 2518262 h 6858002"/>
                <a:gd name="connsiteX298" fmla="*/ 4132419 w 4572002"/>
                <a:gd name="connsiteY298" fmla="*/ 2490551 h 6858002"/>
                <a:gd name="connsiteX299" fmla="*/ 4134481 w 4572002"/>
                <a:gd name="connsiteY299" fmla="*/ 2463018 h 6858002"/>
                <a:gd name="connsiteX300" fmla="*/ 4134481 w 4572002"/>
                <a:gd name="connsiteY300" fmla="*/ 2463017 h 6858002"/>
                <a:gd name="connsiteX301" fmla="*/ 4111549 w 4572002"/>
                <a:gd name="connsiteY301" fmla="*/ 2409485 h 6858002"/>
                <a:gd name="connsiteX302" fmla="*/ 4087164 w 4572002"/>
                <a:gd name="connsiteY302" fmla="*/ 2334044 h 6858002"/>
                <a:gd name="connsiteX303" fmla="*/ 4058207 w 4572002"/>
                <a:gd name="connsiteY303" fmla="*/ 2228314 h 6858002"/>
                <a:gd name="connsiteX304" fmla="*/ 4042967 w 4572002"/>
                <a:gd name="connsiteY304" fmla="*/ 2188879 h 6858002"/>
                <a:gd name="connsiteX305" fmla="*/ 4020296 w 4572002"/>
                <a:gd name="connsiteY305" fmla="*/ 2094578 h 6858002"/>
                <a:gd name="connsiteX306" fmla="*/ 4005437 w 4572002"/>
                <a:gd name="connsiteY306" fmla="*/ 2016469 h 6858002"/>
                <a:gd name="connsiteX307" fmla="*/ 3958954 w 4572002"/>
                <a:gd name="connsiteY307" fmla="*/ 1953413 h 6858002"/>
                <a:gd name="connsiteX308" fmla="*/ 3934949 w 4572002"/>
                <a:gd name="connsiteY308" fmla="*/ 1933219 h 6858002"/>
                <a:gd name="connsiteX309" fmla="*/ 3919519 w 4572002"/>
                <a:gd name="connsiteY309" fmla="*/ 1916454 h 6858002"/>
                <a:gd name="connsiteX310" fmla="*/ 3829028 w 4572002"/>
                <a:gd name="connsiteY310" fmla="*/ 1842158 h 6858002"/>
                <a:gd name="connsiteX311" fmla="*/ 3821407 w 4572002"/>
                <a:gd name="connsiteY311" fmla="*/ 1833775 h 6858002"/>
                <a:gd name="connsiteX312" fmla="*/ 3779686 w 4572002"/>
                <a:gd name="connsiteY312" fmla="*/ 1733188 h 6858002"/>
                <a:gd name="connsiteX313" fmla="*/ 3757018 w 4572002"/>
                <a:gd name="connsiteY313" fmla="*/ 1697753 h 6858002"/>
                <a:gd name="connsiteX314" fmla="*/ 3700436 w 4572002"/>
                <a:gd name="connsiteY314" fmla="*/ 1624980 h 6858002"/>
                <a:gd name="connsiteX315" fmla="*/ 3698532 w 4572002"/>
                <a:gd name="connsiteY315" fmla="*/ 1596213 h 6858002"/>
                <a:gd name="connsiteX316" fmla="*/ 3745230 w 4572002"/>
                <a:gd name="connsiteY316" fmla="*/ 1459073 h 6858002"/>
                <a:gd name="connsiteX317" fmla="*/ 3745229 w 4572002"/>
                <a:gd name="connsiteY317" fmla="*/ 1459074 h 6858002"/>
                <a:gd name="connsiteX318" fmla="*/ 3736012 w 4572002"/>
                <a:gd name="connsiteY318" fmla="*/ 1481572 h 6858002"/>
                <a:gd name="connsiteX319" fmla="*/ 3764423 w 4572002"/>
                <a:gd name="connsiteY319" fmla="*/ 1268758 h 6858002"/>
                <a:gd name="connsiteX320" fmla="*/ 3769590 w 4572002"/>
                <a:gd name="connsiteY320" fmla="*/ 1286070 h 6858002"/>
                <a:gd name="connsiteX321" fmla="*/ 3791927 w 4572002"/>
                <a:gd name="connsiteY321" fmla="*/ 1350628 h 6858002"/>
                <a:gd name="connsiteX322" fmla="*/ 3786333 w 4572002"/>
                <a:gd name="connsiteY322" fmla="*/ 1413840 h 6858002"/>
                <a:gd name="connsiteX323" fmla="*/ 3791928 w 4572002"/>
                <a:gd name="connsiteY323" fmla="*/ 1350627 h 6858002"/>
                <a:gd name="connsiteX324" fmla="*/ 3769590 w 4572002"/>
                <a:gd name="connsiteY324" fmla="*/ 1286069 h 6858002"/>
                <a:gd name="connsiteX325" fmla="*/ 3706152 w 4572002"/>
                <a:gd name="connsiteY325" fmla="*/ 773035 h 6858002"/>
                <a:gd name="connsiteX326" fmla="*/ 3706152 w 4572002"/>
                <a:gd name="connsiteY326" fmla="*/ 773036 h 6858002"/>
                <a:gd name="connsiteX327" fmla="*/ 3714152 w 4572002"/>
                <a:gd name="connsiteY327" fmla="*/ 854380 h 6858002"/>
                <a:gd name="connsiteX328" fmla="*/ 3745205 w 4572002"/>
                <a:gd name="connsiteY328" fmla="*/ 915344 h 6858002"/>
                <a:gd name="connsiteX329" fmla="*/ 3755683 w 4572002"/>
                <a:gd name="connsiteY329" fmla="*/ 927156 h 6858002"/>
                <a:gd name="connsiteX330" fmla="*/ 3752063 w 4572002"/>
                <a:gd name="connsiteY330" fmla="*/ 1097088 h 6858002"/>
                <a:gd name="connsiteX331" fmla="*/ 3747681 w 4572002"/>
                <a:gd name="connsiteY331" fmla="*/ 1123186 h 6858002"/>
                <a:gd name="connsiteX332" fmla="*/ 3772400 w 4572002"/>
                <a:gd name="connsiteY332" fmla="*/ 1184029 h 6858002"/>
                <a:gd name="connsiteX333" fmla="*/ 3747682 w 4572002"/>
                <a:gd name="connsiteY333" fmla="*/ 1123185 h 6858002"/>
                <a:gd name="connsiteX334" fmla="*/ 3752064 w 4572002"/>
                <a:gd name="connsiteY334" fmla="*/ 1097087 h 6858002"/>
                <a:gd name="connsiteX335" fmla="*/ 3755684 w 4572002"/>
                <a:gd name="connsiteY335" fmla="*/ 927155 h 6858002"/>
                <a:gd name="connsiteX336" fmla="*/ 3745206 w 4572002"/>
                <a:gd name="connsiteY336" fmla="*/ 915343 h 6858002"/>
                <a:gd name="connsiteX337" fmla="*/ 3714152 w 4572002"/>
                <a:gd name="connsiteY337" fmla="*/ 854379 h 6858002"/>
                <a:gd name="connsiteX338" fmla="*/ 3761553 w 4572002"/>
                <a:gd name="connsiteY338" fmla="*/ 517851 h 6858002"/>
                <a:gd name="connsiteX339" fmla="*/ 3752635 w 4572002"/>
                <a:gd name="connsiteY339" fmla="*/ 556048 h 6858002"/>
                <a:gd name="connsiteX340" fmla="*/ 3746157 w 4572002"/>
                <a:gd name="connsiteY340" fmla="*/ 580051 h 6858002"/>
                <a:gd name="connsiteX341" fmla="*/ 3742776 w 4572002"/>
                <a:gd name="connsiteY341" fmla="*/ 642538 h 6858002"/>
                <a:gd name="connsiteX342" fmla="*/ 3730253 w 4572002"/>
                <a:gd name="connsiteY342" fmla="*/ 694928 h 6858002"/>
                <a:gd name="connsiteX343" fmla="*/ 3742777 w 4572002"/>
                <a:gd name="connsiteY343" fmla="*/ 642537 h 6858002"/>
                <a:gd name="connsiteX344" fmla="*/ 3746158 w 4572002"/>
                <a:gd name="connsiteY344" fmla="*/ 580050 h 6858002"/>
                <a:gd name="connsiteX345" fmla="*/ 3752636 w 4572002"/>
                <a:gd name="connsiteY345" fmla="*/ 556047 h 6858002"/>
                <a:gd name="connsiteX346" fmla="*/ 3774848 w 4572002"/>
                <a:gd name="connsiteY346" fmla="*/ 298169 h 6858002"/>
                <a:gd name="connsiteX347" fmla="*/ 3760065 w 4572002"/>
                <a:gd name="connsiteY347" fmla="*/ 313534 h 6858002"/>
                <a:gd name="connsiteX348" fmla="*/ 3759493 w 4572002"/>
                <a:gd name="connsiteY348" fmla="*/ 338871 h 6858002"/>
                <a:gd name="connsiteX349" fmla="*/ 3759500 w 4572002"/>
                <a:gd name="connsiteY349" fmla="*/ 338900 h 6858002"/>
                <a:gd name="connsiteX350" fmla="*/ 3769400 w 4572002"/>
                <a:gd name="connsiteY350" fmla="*/ 395640 h 6858002"/>
                <a:gd name="connsiteX351" fmla="*/ 3765590 w 4572002"/>
                <a:gd name="connsiteY351" fmla="*/ 367328 h 6858002"/>
                <a:gd name="connsiteX352" fmla="*/ 3759500 w 4572002"/>
                <a:gd name="connsiteY352" fmla="*/ 338900 h 6858002"/>
                <a:gd name="connsiteX353" fmla="*/ 3759494 w 4572002"/>
                <a:gd name="connsiteY353" fmla="*/ 338870 h 6858002"/>
                <a:gd name="connsiteX354" fmla="*/ 3760066 w 4572002"/>
                <a:gd name="connsiteY354" fmla="*/ 313533 h 6858002"/>
                <a:gd name="connsiteX355" fmla="*/ 3782393 w 4572002"/>
                <a:gd name="connsiteY355" fmla="*/ 281568 h 6858002"/>
                <a:gd name="connsiteX356" fmla="*/ 3777498 w 4572002"/>
                <a:gd name="connsiteY356" fmla="*/ 295415 h 6858002"/>
                <a:gd name="connsiteX357" fmla="*/ 3777499 w 4572002"/>
                <a:gd name="connsiteY357" fmla="*/ 295415 h 6858002"/>
                <a:gd name="connsiteX358" fmla="*/ 3769073 w 4572002"/>
                <a:gd name="connsiteY358" fmla="*/ 24486 h 6858002"/>
                <a:gd name="connsiteX359" fmla="*/ 3766810 w 4572002"/>
                <a:gd name="connsiteY359" fmla="*/ 74129 h 6858002"/>
                <a:gd name="connsiteX360" fmla="*/ 3772734 w 4572002"/>
                <a:gd name="connsiteY360" fmla="*/ 125861 h 6858002"/>
                <a:gd name="connsiteX361" fmla="*/ 3777129 w 4572002"/>
                <a:gd name="connsiteY361" fmla="*/ 153387 h 6858002"/>
                <a:gd name="connsiteX362" fmla="*/ 3785402 w 4572002"/>
                <a:gd name="connsiteY362" fmla="*/ 228944 h 6858002"/>
                <a:gd name="connsiteX363" fmla="*/ 3780943 w 4572002"/>
                <a:gd name="connsiteY363" fmla="*/ 177271 h 6858002"/>
                <a:gd name="connsiteX364" fmla="*/ 3777129 w 4572002"/>
                <a:gd name="connsiteY364" fmla="*/ 153387 h 6858002"/>
                <a:gd name="connsiteX365" fmla="*/ 3776930 w 4572002"/>
                <a:gd name="connsiteY365" fmla="*/ 151569 h 6858002"/>
                <a:gd name="connsiteX366" fmla="*/ 3766811 w 4572002"/>
                <a:gd name="connsiteY366" fmla="*/ 74129 h 6858002"/>
                <a:gd name="connsiteX367" fmla="*/ 3766492 w 4572002"/>
                <a:gd name="connsiteY367" fmla="*/ 0 h 6858002"/>
                <a:gd name="connsiteX368" fmla="*/ 4230600 w 4572002"/>
                <a:gd name="connsiteY368" fmla="*/ 0 h 6858002"/>
                <a:gd name="connsiteX369" fmla="*/ 4229473 w 4572002"/>
                <a:gd name="connsiteY369" fmla="*/ 2817 h 6858002"/>
                <a:gd name="connsiteX370" fmla="*/ 4215375 w 4572002"/>
                <a:gd name="connsiteY370" fmla="*/ 63587 h 6858002"/>
                <a:gd name="connsiteX371" fmla="*/ 4201468 w 4572002"/>
                <a:gd name="connsiteY371" fmla="*/ 176939 h 6858002"/>
                <a:gd name="connsiteX372" fmla="*/ 4193466 w 4572002"/>
                <a:gd name="connsiteY372" fmla="*/ 200182 h 6858002"/>
                <a:gd name="connsiteX373" fmla="*/ 4155554 w 4572002"/>
                <a:gd name="connsiteY373" fmla="*/ 340774 h 6858002"/>
                <a:gd name="connsiteX374" fmla="*/ 4156319 w 4572002"/>
                <a:gd name="connsiteY374" fmla="*/ 453364 h 6858002"/>
                <a:gd name="connsiteX375" fmla="*/ 4158033 w 4572002"/>
                <a:gd name="connsiteY375" fmla="*/ 462126 h 6858002"/>
                <a:gd name="connsiteX376" fmla="*/ 4170605 w 4572002"/>
                <a:gd name="connsiteY376" fmla="*/ 505182 h 6858002"/>
                <a:gd name="connsiteX377" fmla="*/ 4167177 w 4572002"/>
                <a:gd name="connsiteY377" fmla="*/ 571860 h 6858002"/>
                <a:gd name="connsiteX378" fmla="*/ 4149840 w 4572002"/>
                <a:gd name="connsiteY378" fmla="*/ 617772 h 6858002"/>
                <a:gd name="connsiteX379" fmla="*/ 4149078 w 4572002"/>
                <a:gd name="connsiteY379" fmla="*/ 674923 h 6858002"/>
                <a:gd name="connsiteX380" fmla="*/ 4159937 w 4572002"/>
                <a:gd name="connsiteY380" fmla="*/ 740268 h 6858002"/>
                <a:gd name="connsiteX381" fmla="*/ 4162223 w 4572002"/>
                <a:gd name="connsiteY381" fmla="*/ 769605 h 6858002"/>
                <a:gd name="connsiteX382" fmla="*/ 4184703 w 4572002"/>
                <a:gd name="connsiteY382" fmla="*/ 850189 h 6858002"/>
                <a:gd name="connsiteX383" fmla="*/ 4179179 w 4572002"/>
                <a:gd name="connsiteY383" fmla="*/ 898198 h 6858002"/>
                <a:gd name="connsiteX384" fmla="*/ 4164319 w 4572002"/>
                <a:gd name="connsiteY384" fmla="*/ 945444 h 6858002"/>
                <a:gd name="connsiteX385" fmla="*/ 4150030 w 4572002"/>
                <a:gd name="connsiteY385" fmla="*/ 975733 h 6858002"/>
                <a:gd name="connsiteX386" fmla="*/ 4139934 w 4572002"/>
                <a:gd name="connsiteY386" fmla="*/ 1036887 h 6858002"/>
                <a:gd name="connsiteX387" fmla="*/ 4141458 w 4572002"/>
                <a:gd name="connsiteY387" fmla="*/ 1048125 h 6858002"/>
                <a:gd name="connsiteX388" fmla="*/ 4154032 w 4572002"/>
                <a:gd name="connsiteY388" fmla="*/ 1230633 h 6858002"/>
                <a:gd name="connsiteX389" fmla="*/ 4174225 w 4572002"/>
                <a:gd name="connsiteY389" fmla="*/ 1303024 h 6858002"/>
                <a:gd name="connsiteX390" fmla="*/ 4176701 w 4572002"/>
                <a:gd name="connsiteY390" fmla="*/ 1318456 h 6858002"/>
                <a:gd name="connsiteX391" fmla="*/ 4199372 w 4572002"/>
                <a:gd name="connsiteY391" fmla="*/ 1472575 h 6858002"/>
                <a:gd name="connsiteX392" fmla="*/ 4200325 w 4572002"/>
                <a:gd name="connsiteY392" fmla="*/ 1489720 h 6858002"/>
                <a:gd name="connsiteX393" fmla="*/ 4196324 w 4572002"/>
                <a:gd name="connsiteY393" fmla="*/ 1537537 h 6858002"/>
                <a:gd name="connsiteX394" fmla="*/ 4237474 w 4572002"/>
                <a:gd name="connsiteY394" fmla="*/ 1650317 h 6858002"/>
                <a:gd name="connsiteX395" fmla="*/ 4251572 w 4572002"/>
                <a:gd name="connsiteY395" fmla="*/ 1763287 h 6858002"/>
                <a:gd name="connsiteX396" fmla="*/ 4251380 w 4572002"/>
                <a:gd name="connsiteY396" fmla="*/ 1825393 h 6858002"/>
                <a:gd name="connsiteX397" fmla="*/ 4261478 w 4572002"/>
                <a:gd name="connsiteY397" fmla="*/ 1869780 h 6858002"/>
                <a:gd name="connsiteX398" fmla="*/ 4292149 w 4572002"/>
                <a:gd name="connsiteY398" fmla="*/ 1978940 h 6858002"/>
                <a:gd name="connsiteX399" fmla="*/ 4296911 w 4572002"/>
                <a:gd name="connsiteY399" fmla="*/ 2030378 h 6858002"/>
                <a:gd name="connsiteX400" fmla="*/ 4307201 w 4572002"/>
                <a:gd name="connsiteY400" fmla="*/ 2085054 h 6858002"/>
                <a:gd name="connsiteX401" fmla="*/ 4353302 w 4572002"/>
                <a:gd name="connsiteY401" fmla="*/ 2220312 h 6858002"/>
                <a:gd name="connsiteX402" fmla="*/ 4350636 w 4572002"/>
                <a:gd name="connsiteY402" fmla="*/ 2330806 h 6858002"/>
                <a:gd name="connsiteX403" fmla="*/ 4351206 w 4572002"/>
                <a:gd name="connsiteY403" fmla="*/ 2401292 h 6858002"/>
                <a:gd name="connsiteX404" fmla="*/ 4366446 w 4572002"/>
                <a:gd name="connsiteY404" fmla="*/ 2485307 h 6858002"/>
                <a:gd name="connsiteX405" fmla="*/ 4388736 w 4572002"/>
                <a:gd name="connsiteY405" fmla="*/ 2554079 h 6858002"/>
                <a:gd name="connsiteX406" fmla="*/ 4406453 w 4572002"/>
                <a:gd name="connsiteY406" fmla="*/ 2649143 h 6858002"/>
                <a:gd name="connsiteX407" fmla="*/ 4440554 w 4572002"/>
                <a:gd name="connsiteY407" fmla="*/ 2743826 h 6858002"/>
                <a:gd name="connsiteX408" fmla="*/ 4466653 w 4572002"/>
                <a:gd name="connsiteY408" fmla="*/ 2809930 h 6858002"/>
                <a:gd name="connsiteX409" fmla="*/ 4489705 w 4572002"/>
                <a:gd name="connsiteY409" fmla="*/ 2901943 h 6858002"/>
                <a:gd name="connsiteX410" fmla="*/ 4505897 w 4572002"/>
                <a:gd name="connsiteY410" fmla="*/ 3042728 h 6858002"/>
                <a:gd name="connsiteX411" fmla="*/ 4507613 w 4572002"/>
                <a:gd name="connsiteY411" fmla="*/ 3107500 h 6858002"/>
                <a:gd name="connsiteX412" fmla="*/ 4545521 w 4572002"/>
                <a:gd name="connsiteY412" fmla="*/ 3209993 h 6858002"/>
                <a:gd name="connsiteX413" fmla="*/ 4563811 w 4572002"/>
                <a:gd name="connsiteY413" fmla="*/ 3253809 h 6858002"/>
                <a:gd name="connsiteX414" fmla="*/ 4548570 w 4572002"/>
                <a:gd name="connsiteY414" fmla="*/ 3293244 h 6858002"/>
                <a:gd name="connsiteX415" fmla="*/ 4531043 w 4572002"/>
                <a:gd name="connsiteY415" fmla="*/ 3318771 h 6858002"/>
                <a:gd name="connsiteX416" fmla="*/ 4545904 w 4572002"/>
                <a:gd name="connsiteY416" fmla="*/ 3399546 h 6858002"/>
                <a:gd name="connsiteX417" fmla="*/ 4561524 w 4572002"/>
                <a:gd name="connsiteY417" fmla="*/ 3485275 h 6858002"/>
                <a:gd name="connsiteX418" fmla="*/ 4572002 w 4572002"/>
                <a:gd name="connsiteY418" fmla="*/ 3546617 h 6858002"/>
                <a:gd name="connsiteX419" fmla="*/ 4563620 w 4572002"/>
                <a:gd name="connsiteY419" fmla="*/ 3623201 h 6858002"/>
                <a:gd name="connsiteX420" fmla="*/ 4560192 w 4572002"/>
                <a:gd name="connsiteY420" fmla="*/ 3683591 h 6858002"/>
                <a:gd name="connsiteX421" fmla="*/ 4550476 w 4572002"/>
                <a:gd name="connsiteY421" fmla="*/ 3732361 h 6858002"/>
                <a:gd name="connsiteX422" fmla="*/ 4544759 w 4572002"/>
                <a:gd name="connsiteY422" fmla="*/ 3749506 h 6858002"/>
                <a:gd name="connsiteX423" fmla="*/ 4500182 w 4572002"/>
                <a:gd name="connsiteY423" fmla="*/ 3885338 h 6858002"/>
                <a:gd name="connsiteX424" fmla="*/ 4464557 w 4572002"/>
                <a:gd name="connsiteY424" fmla="*/ 4030503 h 6858002"/>
                <a:gd name="connsiteX425" fmla="*/ 4487039 w 4572002"/>
                <a:gd name="connsiteY425" fmla="*/ 4124614 h 6858002"/>
                <a:gd name="connsiteX426" fmla="*/ 4486656 w 4572002"/>
                <a:gd name="connsiteY426" fmla="*/ 4159667 h 6858002"/>
                <a:gd name="connsiteX427" fmla="*/ 4491801 w 4572002"/>
                <a:gd name="connsiteY427" fmla="*/ 4320837 h 6858002"/>
                <a:gd name="connsiteX428" fmla="*/ 4497325 w 4572002"/>
                <a:gd name="connsiteY428" fmla="*/ 4349222 h 6858002"/>
                <a:gd name="connsiteX429" fmla="*/ 4474653 w 4572002"/>
                <a:gd name="connsiteY429" fmla="*/ 4502579 h 6858002"/>
                <a:gd name="connsiteX430" fmla="*/ 4470844 w 4572002"/>
                <a:gd name="connsiteY430" fmla="*/ 4558207 h 6858002"/>
                <a:gd name="connsiteX431" fmla="*/ 4464557 w 4572002"/>
                <a:gd name="connsiteY431" fmla="*/ 4609452 h 6858002"/>
                <a:gd name="connsiteX432" fmla="*/ 4463033 w 4572002"/>
                <a:gd name="connsiteY432" fmla="*/ 4681083 h 6858002"/>
                <a:gd name="connsiteX433" fmla="*/ 4465891 w 4572002"/>
                <a:gd name="connsiteY433" fmla="*/ 4755381 h 6858002"/>
                <a:gd name="connsiteX434" fmla="*/ 4465319 w 4572002"/>
                <a:gd name="connsiteY434" fmla="*/ 4838250 h 6858002"/>
                <a:gd name="connsiteX435" fmla="*/ 4460367 w 4572002"/>
                <a:gd name="connsiteY435" fmla="*/ 4871019 h 6858002"/>
                <a:gd name="connsiteX436" fmla="*/ 4463795 w 4572002"/>
                <a:gd name="connsiteY436" fmla="*/ 4959602 h 6858002"/>
                <a:gd name="connsiteX437" fmla="*/ 4458082 w 4572002"/>
                <a:gd name="connsiteY437" fmla="*/ 5006086 h 6858002"/>
                <a:gd name="connsiteX438" fmla="*/ 4456937 w 4572002"/>
                <a:gd name="connsiteY438" fmla="*/ 5082670 h 6858002"/>
                <a:gd name="connsiteX439" fmla="*/ 4455603 w 4572002"/>
                <a:gd name="connsiteY439" fmla="*/ 5107627 h 6858002"/>
                <a:gd name="connsiteX440" fmla="*/ 4454840 w 4572002"/>
                <a:gd name="connsiteY440" fmla="*/ 5129916 h 6858002"/>
                <a:gd name="connsiteX441" fmla="*/ 4470464 w 4572002"/>
                <a:gd name="connsiteY441" fmla="*/ 5206308 h 6858002"/>
                <a:gd name="connsiteX442" fmla="*/ 4471415 w 4572002"/>
                <a:gd name="connsiteY442" fmla="*/ 5274129 h 6858002"/>
                <a:gd name="connsiteX443" fmla="*/ 4483990 w 4572002"/>
                <a:gd name="connsiteY443" fmla="*/ 5393005 h 6858002"/>
                <a:gd name="connsiteX444" fmla="*/ 4479607 w 4572002"/>
                <a:gd name="connsiteY444" fmla="*/ 5419295 h 6858002"/>
                <a:gd name="connsiteX445" fmla="*/ 4477894 w 4572002"/>
                <a:gd name="connsiteY445" fmla="*/ 5501594 h 6858002"/>
                <a:gd name="connsiteX446" fmla="*/ 4476560 w 4572002"/>
                <a:gd name="connsiteY446" fmla="*/ 5548460 h 6858002"/>
                <a:gd name="connsiteX447" fmla="*/ 4485703 w 4572002"/>
                <a:gd name="connsiteY447" fmla="*/ 5606372 h 6858002"/>
                <a:gd name="connsiteX448" fmla="*/ 4505134 w 4572002"/>
                <a:gd name="connsiteY448" fmla="*/ 5706959 h 6858002"/>
                <a:gd name="connsiteX449" fmla="*/ 4508183 w 4572002"/>
                <a:gd name="connsiteY449" fmla="*/ 5733440 h 6858002"/>
                <a:gd name="connsiteX450" fmla="*/ 4517519 w 4572002"/>
                <a:gd name="connsiteY450" fmla="*/ 5781830 h 6858002"/>
                <a:gd name="connsiteX451" fmla="*/ 4519234 w 4572002"/>
                <a:gd name="connsiteY451" fmla="*/ 5790592 h 6858002"/>
                <a:gd name="connsiteX452" fmla="*/ 4542855 w 4572002"/>
                <a:gd name="connsiteY452" fmla="*/ 5864318 h 6858002"/>
                <a:gd name="connsiteX453" fmla="*/ 4544759 w 4572002"/>
                <a:gd name="connsiteY453" fmla="*/ 5902610 h 6858002"/>
                <a:gd name="connsiteX454" fmla="*/ 4544951 w 4572002"/>
                <a:gd name="connsiteY454" fmla="*/ 6012723 h 6858002"/>
                <a:gd name="connsiteX455" fmla="*/ 4541332 w 4572002"/>
                <a:gd name="connsiteY455" fmla="*/ 6059397 h 6858002"/>
                <a:gd name="connsiteX456" fmla="*/ 4527426 w 4572002"/>
                <a:gd name="connsiteY456" fmla="*/ 6171605 h 6858002"/>
                <a:gd name="connsiteX457" fmla="*/ 4520568 w 4572002"/>
                <a:gd name="connsiteY457" fmla="*/ 6242093 h 6858002"/>
                <a:gd name="connsiteX458" fmla="*/ 4509706 w 4572002"/>
                <a:gd name="connsiteY458" fmla="*/ 6323058 h 6858002"/>
                <a:gd name="connsiteX459" fmla="*/ 4502848 w 4572002"/>
                <a:gd name="connsiteY459" fmla="*/ 6415833 h 6858002"/>
                <a:gd name="connsiteX460" fmla="*/ 4482084 w 4572002"/>
                <a:gd name="connsiteY460" fmla="*/ 6584812 h 6858002"/>
                <a:gd name="connsiteX461" fmla="*/ 4460557 w 4572002"/>
                <a:gd name="connsiteY461" fmla="*/ 6748458 h 6858002"/>
                <a:gd name="connsiteX462" fmla="*/ 4441507 w 4572002"/>
                <a:gd name="connsiteY462" fmla="*/ 6815516 h 6858002"/>
                <a:gd name="connsiteX463" fmla="*/ 4431806 w 4572002"/>
                <a:gd name="connsiteY463" fmla="*/ 6858001 h 6858002"/>
                <a:gd name="connsiteX464" fmla="*/ 4259554 w 4572002"/>
                <a:gd name="connsiteY464" fmla="*/ 6858001 h 6858002"/>
                <a:gd name="connsiteX465" fmla="*/ 4259554 w 4572002"/>
                <a:gd name="connsiteY465" fmla="*/ 6858002 h 6858002"/>
                <a:gd name="connsiteX466" fmla="*/ 0 w 4572002"/>
                <a:gd name="connsiteY466" fmla="*/ 6858002 h 6858002"/>
                <a:gd name="connsiteX467" fmla="*/ 0 w 4572002"/>
                <a:gd name="connsiteY467" fmla="*/ 2 h 6858002"/>
                <a:gd name="connsiteX468" fmla="*/ 3766492 w 4572002"/>
                <a:gd name="connsiteY468" fmla="*/ 1 h 6858002"/>
                <a:gd name="connsiteX469" fmla="*/ 3769210 w 4572002"/>
                <a:gd name="connsiteY469" fmla="*/ 21486 h 685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</a:cxnLst>
              <a:rect l="l" t="t" r="r" b="b"/>
              <a:pathLst>
                <a:path w="4572002" h="6858002">
                  <a:moveTo>
                    <a:pt x="4214994" y="6564620"/>
                  </a:moveTo>
                  <a:lnTo>
                    <a:pt x="4214994" y="6564621"/>
                  </a:lnTo>
                  <a:cubicBezTo>
                    <a:pt x="4225281" y="6575479"/>
                    <a:pt x="4231378" y="6582147"/>
                    <a:pt x="4237474" y="6588626"/>
                  </a:cubicBezTo>
                  <a:lnTo>
                    <a:pt x="4254096" y="6625225"/>
                  </a:lnTo>
                  <a:lnTo>
                    <a:pt x="4247001" y="6662540"/>
                  </a:lnTo>
                  <a:lnTo>
                    <a:pt x="4247000" y="6662541"/>
                  </a:lnTo>
                  <a:lnTo>
                    <a:pt x="4246999" y="6662544"/>
                  </a:lnTo>
                  <a:lnTo>
                    <a:pt x="4235550" y="6683027"/>
                  </a:lnTo>
                  <a:lnTo>
                    <a:pt x="4232403" y="6702976"/>
                  </a:lnTo>
                  <a:lnTo>
                    <a:pt x="4232403" y="6702977"/>
                  </a:lnTo>
                  <a:cubicBezTo>
                    <a:pt x="4232808" y="6716169"/>
                    <a:pt x="4237951" y="6729219"/>
                    <a:pt x="4246238" y="6742553"/>
                  </a:cubicBezTo>
                  <a:lnTo>
                    <a:pt x="4246239" y="6742555"/>
                  </a:lnTo>
                  <a:lnTo>
                    <a:pt x="4265716" y="6812062"/>
                  </a:lnTo>
                  <a:lnTo>
                    <a:pt x="4265717" y="6812064"/>
                  </a:lnTo>
                  <a:lnTo>
                    <a:pt x="4265717" y="6812063"/>
                  </a:lnTo>
                  <a:lnTo>
                    <a:pt x="4265716" y="6812062"/>
                  </a:lnTo>
                  <a:lnTo>
                    <a:pt x="4260942" y="6776800"/>
                  </a:lnTo>
                  <a:lnTo>
                    <a:pt x="4246239" y="6742555"/>
                  </a:lnTo>
                  <a:lnTo>
                    <a:pt x="4246238" y="6742552"/>
                  </a:lnTo>
                  <a:lnTo>
                    <a:pt x="4232403" y="6702976"/>
                  </a:lnTo>
                  <a:lnTo>
                    <a:pt x="4246999" y="6662544"/>
                  </a:lnTo>
                  <a:lnTo>
                    <a:pt x="4247000" y="6662542"/>
                  </a:lnTo>
                  <a:lnTo>
                    <a:pt x="4247001" y="6662540"/>
                  </a:lnTo>
                  <a:lnTo>
                    <a:pt x="4254084" y="6645552"/>
                  </a:lnTo>
                  <a:lnTo>
                    <a:pt x="4254096" y="6625225"/>
                  </a:lnTo>
                  <a:lnTo>
                    <a:pt x="4254096" y="6625224"/>
                  </a:lnTo>
                  <a:cubicBezTo>
                    <a:pt x="4252000" y="6611341"/>
                    <a:pt x="4245951" y="6597578"/>
                    <a:pt x="4237474" y="6588625"/>
                  </a:cubicBezTo>
                  <a:close/>
                  <a:moveTo>
                    <a:pt x="4295315" y="6438981"/>
                  </a:moveTo>
                  <a:lnTo>
                    <a:pt x="4275385" y="6463840"/>
                  </a:lnTo>
                  <a:lnTo>
                    <a:pt x="4275382" y="6463849"/>
                  </a:lnTo>
                  <a:lnTo>
                    <a:pt x="4261587" y="6513012"/>
                  </a:lnTo>
                  <a:lnTo>
                    <a:pt x="4242781" y="6546194"/>
                  </a:lnTo>
                  <a:lnTo>
                    <a:pt x="4242781" y="6546195"/>
                  </a:lnTo>
                  <a:lnTo>
                    <a:pt x="4259120" y="6521804"/>
                  </a:lnTo>
                  <a:lnTo>
                    <a:pt x="4261587" y="6513012"/>
                  </a:lnTo>
                  <a:lnTo>
                    <a:pt x="4264398" y="6508052"/>
                  </a:lnTo>
                  <a:lnTo>
                    <a:pt x="4275382" y="6463849"/>
                  </a:lnTo>
                  <a:lnTo>
                    <a:pt x="4275385" y="6463841"/>
                  </a:lnTo>
                  <a:cubicBezTo>
                    <a:pt x="4278336" y="6451650"/>
                    <a:pt x="4285813" y="6444077"/>
                    <a:pt x="4295315" y="6438981"/>
                  </a:cubicBezTo>
                  <a:close/>
                  <a:moveTo>
                    <a:pt x="4381289" y="6365204"/>
                  </a:moveTo>
                  <a:lnTo>
                    <a:pt x="4380008" y="6387910"/>
                  </a:lnTo>
                  <a:lnTo>
                    <a:pt x="4378243" y="6391549"/>
                  </a:lnTo>
                  <a:lnTo>
                    <a:pt x="4370589" y="6407332"/>
                  </a:lnTo>
                  <a:lnTo>
                    <a:pt x="4370589" y="6407333"/>
                  </a:lnTo>
                  <a:lnTo>
                    <a:pt x="4378243" y="6391549"/>
                  </a:lnTo>
                  <a:lnTo>
                    <a:pt x="4380008" y="6387910"/>
                  </a:lnTo>
                  <a:close/>
                  <a:moveTo>
                    <a:pt x="4142220" y="4221391"/>
                  </a:moveTo>
                  <a:lnTo>
                    <a:pt x="4142220" y="4221392"/>
                  </a:lnTo>
                  <a:cubicBezTo>
                    <a:pt x="4142982" y="4232061"/>
                    <a:pt x="4143172" y="4243873"/>
                    <a:pt x="4147936" y="4253015"/>
                  </a:cubicBezTo>
                  <a:cubicBezTo>
                    <a:pt x="4160129" y="4277402"/>
                    <a:pt x="4175749" y="4300071"/>
                    <a:pt x="4187752" y="4324646"/>
                  </a:cubicBezTo>
                  <a:lnTo>
                    <a:pt x="4196706" y="4363891"/>
                  </a:lnTo>
                  <a:lnTo>
                    <a:pt x="4195944" y="4482004"/>
                  </a:lnTo>
                  <a:cubicBezTo>
                    <a:pt x="4193276" y="4546776"/>
                    <a:pt x="4192704" y="4612500"/>
                    <a:pt x="4135934" y="4659174"/>
                  </a:cubicBezTo>
                  <a:cubicBezTo>
                    <a:pt x="4131362" y="4662986"/>
                    <a:pt x="4128694" y="4671176"/>
                    <a:pt x="4127932" y="4677655"/>
                  </a:cubicBezTo>
                  <a:cubicBezTo>
                    <a:pt x="4124313" y="4707564"/>
                    <a:pt x="4123931" y="4738235"/>
                    <a:pt x="4118025" y="4767764"/>
                  </a:cubicBezTo>
                  <a:cubicBezTo>
                    <a:pt x="4115644" y="4779575"/>
                    <a:pt x="4114835" y="4790387"/>
                    <a:pt x="4116716" y="4800483"/>
                  </a:cubicBezTo>
                  <a:lnTo>
                    <a:pt x="4116716" y="4800484"/>
                  </a:lnTo>
                  <a:cubicBezTo>
                    <a:pt x="4118597" y="4810581"/>
                    <a:pt x="4123170" y="4819964"/>
                    <a:pt x="4131552" y="4828917"/>
                  </a:cubicBezTo>
                  <a:lnTo>
                    <a:pt x="4153733" y="4863343"/>
                  </a:lnTo>
                  <a:lnTo>
                    <a:pt x="4161262" y="4889275"/>
                  </a:lnTo>
                  <a:lnTo>
                    <a:pt x="4159557" y="4912168"/>
                  </a:lnTo>
                  <a:cubicBezTo>
                    <a:pt x="4157842" y="4919978"/>
                    <a:pt x="4157485" y="4927122"/>
                    <a:pt x="4158155" y="4933804"/>
                  </a:cubicBezTo>
                  <a:lnTo>
                    <a:pt x="4158155" y="4933805"/>
                  </a:lnTo>
                  <a:lnTo>
                    <a:pt x="4162914" y="4952673"/>
                  </a:lnTo>
                  <a:lnTo>
                    <a:pt x="4165707" y="4957454"/>
                  </a:lnTo>
                  <a:lnTo>
                    <a:pt x="4166985" y="4961456"/>
                  </a:lnTo>
                  <a:cubicBezTo>
                    <a:pt x="4171496" y="4970097"/>
                    <a:pt x="4177202" y="4978394"/>
                    <a:pt x="4182989" y="4987038"/>
                  </a:cubicBezTo>
                  <a:cubicBezTo>
                    <a:pt x="4194228" y="5003802"/>
                    <a:pt x="4208326" y="5022853"/>
                    <a:pt x="4209468" y="5041522"/>
                  </a:cubicBezTo>
                  <a:cubicBezTo>
                    <a:pt x="4210087" y="5052096"/>
                    <a:pt x="4213005" y="5062300"/>
                    <a:pt x="4216684" y="5072376"/>
                  </a:cubicBezTo>
                  <a:lnTo>
                    <a:pt x="4222587" y="5087441"/>
                  </a:lnTo>
                  <a:lnTo>
                    <a:pt x="4235615" y="5133220"/>
                  </a:lnTo>
                  <a:lnTo>
                    <a:pt x="4235616" y="5133225"/>
                  </a:lnTo>
                  <a:lnTo>
                    <a:pt x="4228901" y="5166113"/>
                  </a:lnTo>
                  <a:lnTo>
                    <a:pt x="4228901" y="5166114"/>
                  </a:lnTo>
                  <a:cubicBezTo>
                    <a:pt x="4228139" y="5167638"/>
                    <a:pt x="4228712" y="5169781"/>
                    <a:pt x="4229593" y="5172091"/>
                  </a:cubicBezTo>
                  <a:lnTo>
                    <a:pt x="4232139" y="5179068"/>
                  </a:lnTo>
                  <a:cubicBezTo>
                    <a:pt x="4235759" y="5196595"/>
                    <a:pt x="4235807" y="5213598"/>
                    <a:pt x="4231973" y="5229434"/>
                  </a:cubicBezTo>
                  <a:lnTo>
                    <a:pt x="4225669" y="5241089"/>
                  </a:lnTo>
                  <a:lnTo>
                    <a:pt x="4208517" y="5272796"/>
                  </a:lnTo>
                  <a:cubicBezTo>
                    <a:pt x="4196871" y="5285441"/>
                    <a:pt x="4189165" y="5298595"/>
                    <a:pt x="4184613" y="5312288"/>
                  </a:cubicBezTo>
                  <a:lnTo>
                    <a:pt x="4183557" y="5321350"/>
                  </a:lnTo>
                  <a:lnTo>
                    <a:pt x="4181083" y="5326163"/>
                  </a:lnTo>
                  <a:lnTo>
                    <a:pt x="4179637" y="5355014"/>
                  </a:lnTo>
                  <a:lnTo>
                    <a:pt x="4179637" y="5355015"/>
                  </a:lnTo>
                  <a:cubicBezTo>
                    <a:pt x="4180286" y="5364883"/>
                    <a:pt x="4181989" y="5375003"/>
                    <a:pt x="4184513" y="5385385"/>
                  </a:cubicBezTo>
                  <a:cubicBezTo>
                    <a:pt x="4187752" y="5398722"/>
                    <a:pt x="4190038" y="5412058"/>
                    <a:pt x="4192704" y="5425583"/>
                  </a:cubicBezTo>
                  <a:cubicBezTo>
                    <a:pt x="4196514" y="5443871"/>
                    <a:pt x="4200516" y="5462352"/>
                    <a:pt x="4204327" y="5480638"/>
                  </a:cubicBezTo>
                  <a:lnTo>
                    <a:pt x="4208850" y="5507668"/>
                  </a:lnTo>
                  <a:lnTo>
                    <a:pt x="4198232" y="5531692"/>
                  </a:lnTo>
                  <a:lnTo>
                    <a:pt x="4198231" y="5531693"/>
                  </a:lnTo>
                  <a:cubicBezTo>
                    <a:pt x="4191181" y="5537600"/>
                    <a:pt x="4187989" y="5542649"/>
                    <a:pt x="4188085" y="5547578"/>
                  </a:cubicBezTo>
                  <a:lnTo>
                    <a:pt x="4188085" y="5547579"/>
                  </a:lnTo>
                  <a:cubicBezTo>
                    <a:pt x="4188180" y="5552508"/>
                    <a:pt x="4191562" y="5557318"/>
                    <a:pt x="4197659" y="5562747"/>
                  </a:cubicBezTo>
                  <a:cubicBezTo>
                    <a:pt x="4240332" y="5600468"/>
                    <a:pt x="4267003" y="5646190"/>
                    <a:pt x="4268907" y="5704484"/>
                  </a:cubicBezTo>
                  <a:cubicBezTo>
                    <a:pt x="4269289" y="5716486"/>
                    <a:pt x="4271954" y="5728679"/>
                    <a:pt x="4274812" y="5740489"/>
                  </a:cubicBezTo>
                  <a:cubicBezTo>
                    <a:pt x="4276527" y="5747729"/>
                    <a:pt x="4278433" y="5756494"/>
                    <a:pt x="4283578" y="5760874"/>
                  </a:cubicBezTo>
                  <a:cubicBezTo>
                    <a:pt x="4322821" y="5794975"/>
                    <a:pt x="4350063" y="5837458"/>
                    <a:pt x="4371973" y="5883752"/>
                  </a:cubicBezTo>
                  <a:lnTo>
                    <a:pt x="4371974" y="5883757"/>
                  </a:lnTo>
                  <a:lnTo>
                    <a:pt x="4389877" y="5935946"/>
                  </a:lnTo>
                  <a:lnTo>
                    <a:pt x="4389878" y="5935950"/>
                  </a:lnTo>
                  <a:lnTo>
                    <a:pt x="4386259" y="5993290"/>
                  </a:lnTo>
                  <a:lnTo>
                    <a:pt x="4386259" y="5993291"/>
                  </a:lnTo>
                  <a:cubicBezTo>
                    <a:pt x="4385116" y="6004531"/>
                    <a:pt x="4385306" y="6017485"/>
                    <a:pt x="4379782" y="6026440"/>
                  </a:cubicBezTo>
                  <a:cubicBezTo>
                    <a:pt x="4362445" y="6054825"/>
                    <a:pt x="4343778" y="6082258"/>
                    <a:pt x="4323583" y="6108738"/>
                  </a:cubicBezTo>
                  <a:cubicBezTo>
                    <a:pt x="4314914" y="6120074"/>
                    <a:pt x="4309961" y="6126884"/>
                    <a:pt x="4309890" y="6133314"/>
                  </a:cubicBezTo>
                  <a:lnTo>
                    <a:pt x="4309890" y="6133315"/>
                  </a:lnTo>
                  <a:lnTo>
                    <a:pt x="4313591" y="6143190"/>
                  </a:lnTo>
                  <a:lnTo>
                    <a:pt x="4325486" y="6155600"/>
                  </a:lnTo>
                  <a:lnTo>
                    <a:pt x="4325488" y="6155603"/>
                  </a:lnTo>
                  <a:cubicBezTo>
                    <a:pt x="4347778" y="6175798"/>
                    <a:pt x="4359398" y="6200945"/>
                    <a:pt x="4364160" y="6228757"/>
                  </a:cubicBezTo>
                  <a:lnTo>
                    <a:pt x="4381497" y="6361540"/>
                  </a:lnTo>
                  <a:lnTo>
                    <a:pt x="4381497" y="6361539"/>
                  </a:lnTo>
                  <a:cubicBezTo>
                    <a:pt x="4377877" y="6317151"/>
                    <a:pt x="4371590" y="6272764"/>
                    <a:pt x="4364160" y="6228756"/>
                  </a:cubicBezTo>
                  <a:cubicBezTo>
                    <a:pt x="4359398" y="6200944"/>
                    <a:pt x="4347778" y="6175797"/>
                    <a:pt x="4325488" y="6155602"/>
                  </a:cubicBezTo>
                  <a:lnTo>
                    <a:pt x="4325486" y="6155600"/>
                  </a:lnTo>
                  <a:lnTo>
                    <a:pt x="4309890" y="6133315"/>
                  </a:lnTo>
                  <a:lnTo>
                    <a:pt x="4323583" y="6108739"/>
                  </a:lnTo>
                  <a:cubicBezTo>
                    <a:pt x="4343778" y="6082259"/>
                    <a:pt x="4362445" y="6054826"/>
                    <a:pt x="4379782" y="6026441"/>
                  </a:cubicBezTo>
                  <a:cubicBezTo>
                    <a:pt x="4385306" y="6017486"/>
                    <a:pt x="4385116" y="6004532"/>
                    <a:pt x="4386259" y="5993292"/>
                  </a:cubicBezTo>
                  <a:lnTo>
                    <a:pt x="4386259" y="5993290"/>
                  </a:lnTo>
                  <a:lnTo>
                    <a:pt x="4389712" y="5964477"/>
                  </a:lnTo>
                  <a:lnTo>
                    <a:pt x="4389878" y="5935950"/>
                  </a:lnTo>
                  <a:lnTo>
                    <a:pt x="4389878" y="5935949"/>
                  </a:lnTo>
                  <a:lnTo>
                    <a:pt x="4389877" y="5935946"/>
                  </a:lnTo>
                  <a:lnTo>
                    <a:pt x="4382997" y="5909351"/>
                  </a:lnTo>
                  <a:lnTo>
                    <a:pt x="4371974" y="5883757"/>
                  </a:lnTo>
                  <a:lnTo>
                    <a:pt x="4371973" y="5883751"/>
                  </a:lnTo>
                  <a:cubicBezTo>
                    <a:pt x="4350063" y="5837457"/>
                    <a:pt x="4322821" y="5794974"/>
                    <a:pt x="4283578" y="5760873"/>
                  </a:cubicBezTo>
                  <a:cubicBezTo>
                    <a:pt x="4278433" y="5756493"/>
                    <a:pt x="4276527" y="5747728"/>
                    <a:pt x="4274812" y="5740488"/>
                  </a:cubicBezTo>
                  <a:cubicBezTo>
                    <a:pt x="4271954" y="5728678"/>
                    <a:pt x="4269289" y="5716485"/>
                    <a:pt x="4268907" y="5704483"/>
                  </a:cubicBezTo>
                  <a:cubicBezTo>
                    <a:pt x="4267003" y="5646189"/>
                    <a:pt x="4240332" y="5600467"/>
                    <a:pt x="4197659" y="5562746"/>
                  </a:cubicBezTo>
                  <a:lnTo>
                    <a:pt x="4188085" y="5547578"/>
                  </a:lnTo>
                  <a:lnTo>
                    <a:pt x="4198231" y="5531694"/>
                  </a:lnTo>
                  <a:lnTo>
                    <a:pt x="4198232" y="5531692"/>
                  </a:lnTo>
                  <a:lnTo>
                    <a:pt x="4206630" y="5520422"/>
                  </a:lnTo>
                  <a:lnTo>
                    <a:pt x="4208850" y="5507668"/>
                  </a:lnTo>
                  <a:lnTo>
                    <a:pt x="4208850" y="5507667"/>
                  </a:lnTo>
                  <a:cubicBezTo>
                    <a:pt x="4208803" y="5498832"/>
                    <a:pt x="4206231" y="5489497"/>
                    <a:pt x="4204327" y="5480637"/>
                  </a:cubicBezTo>
                  <a:cubicBezTo>
                    <a:pt x="4200516" y="5462351"/>
                    <a:pt x="4196514" y="5443870"/>
                    <a:pt x="4192704" y="5425582"/>
                  </a:cubicBezTo>
                  <a:cubicBezTo>
                    <a:pt x="4190038" y="5412057"/>
                    <a:pt x="4187752" y="5398721"/>
                    <a:pt x="4184513" y="5385384"/>
                  </a:cubicBezTo>
                  <a:lnTo>
                    <a:pt x="4179637" y="5355014"/>
                  </a:lnTo>
                  <a:lnTo>
                    <a:pt x="4183557" y="5321350"/>
                  </a:lnTo>
                  <a:lnTo>
                    <a:pt x="4208517" y="5272797"/>
                  </a:lnTo>
                  <a:lnTo>
                    <a:pt x="4225669" y="5241089"/>
                  </a:lnTo>
                  <a:lnTo>
                    <a:pt x="4231973" y="5229433"/>
                  </a:lnTo>
                  <a:lnTo>
                    <a:pt x="4232139" y="5179068"/>
                  </a:lnTo>
                  <a:lnTo>
                    <a:pt x="4232139" y="5179067"/>
                  </a:lnTo>
                  <a:cubicBezTo>
                    <a:pt x="4231663" y="5176876"/>
                    <a:pt x="4230473" y="5174400"/>
                    <a:pt x="4229593" y="5172090"/>
                  </a:cubicBezTo>
                  <a:lnTo>
                    <a:pt x="4228901" y="5166114"/>
                  </a:lnTo>
                  <a:lnTo>
                    <a:pt x="4235616" y="5133225"/>
                  </a:lnTo>
                  <a:lnTo>
                    <a:pt x="4235616" y="5133224"/>
                  </a:lnTo>
                  <a:lnTo>
                    <a:pt x="4235615" y="5133220"/>
                  </a:lnTo>
                  <a:lnTo>
                    <a:pt x="4228473" y="5102461"/>
                  </a:lnTo>
                  <a:lnTo>
                    <a:pt x="4222587" y="5087441"/>
                  </a:lnTo>
                  <a:lnTo>
                    <a:pt x="4222582" y="5087423"/>
                  </a:lnTo>
                  <a:cubicBezTo>
                    <a:pt x="4216496" y="5072411"/>
                    <a:pt x="4210397" y="5057381"/>
                    <a:pt x="4209468" y="5041521"/>
                  </a:cubicBezTo>
                  <a:cubicBezTo>
                    <a:pt x="4208326" y="5022852"/>
                    <a:pt x="4194228" y="5003801"/>
                    <a:pt x="4182989" y="4987037"/>
                  </a:cubicBezTo>
                  <a:lnTo>
                    <a:pt x="4165707" y="4957454"/>
                  </a:lnTo>
                  <a:lnTo>
                    <a:pt x="4158155" y="4933805"/>
                  </a:lnTo>
                  <a:lnTo>
                    <a:pt x="4159557" y="4912169"/>
                  </a:lnTo>
                  <a:cubicBezTo>
                    <a:pt x="4161319" y="4904358"/>
                    <a:pt x="4161831" y="4896714"/>
                    <a:pt x="4161262" y="4889276"/>
                  </a:cubicBezTo>
                  <a:lnTo>
                    <a:pt x="4161262" y="4889275"/>
                  </a:lnTo>
                  <a:lnTo>
                    <a:pt x="4156484" y="4867614"/>
                  </a:lnTo>
                  <a:lnTo>
                    <a:pt x="4153733" y="4863343"/>
                  </a:lnTo>
                  <a:lnTo>
                    <a:pt x="4151983" y="4857317"/>
                  </a:lnTo>
                  <a:cubicBezTo>
                    <a:pt x="4146840" y="4847214"/>
                    <a:pt x="4139839" y="4837703"/>
                    <a:pt x="4131552" y="4828916"/>
                  </a:cubicBezTo>
                  <a:lnTo>
                    <a:pt x="4116716" y="4800483"/>
                  </a:lnTo>
                  <a:lnTo>
                    <a:pt x="4118025" y="4767765"/>
                  </a:lnTo>
                  <a:cubicBezTo>
                    <a:pt x="4123931" y="4738236"/>
                    <a:pt x="4124313" y="4707565"/>
                    <a:pt x="4127932" y="4677656"/>
                  </a:cubicBezTo>
                  <a:cubicBezTo>
                    <a:pt x="4128694" y="4671177"/>
                    <a:pt x="4131362" y="4662987"/>
                    <a:pt x="4135934" y="4659175"/>
                  </a:cubicBezTo>
                  <a:cubicBezTo>
                    <a:pt x="4192704" y="4612501"/>
                    <a:pt x="4193276" y="4546777"/>
                    <a:pt x="4195944" y="4482005"/>
                  </a:cubicBezTo>
                  <a:cubicBezTo>
                    <a:pt x="4197659" y="4442762"/>
                    <a:pt x="4197659" y="4403326"/>
                    <a:pt x="4196706" y="4363891"/>
                  </a:cubicBezTo>
                  <a:lnTo>
                    <a:pt x="4196706" y="4363890"/>
                  </a:lnTo>
                  <a:cubicBezTo>
                    <a:pt x="4196514" y="4350554"/>
                    <a:pt x="4193466" y="4336457"/>
                    <a:pt x="4187752" y="4324645"/>
                  </a:cubicBezTo>
                  <a:cubicBezTo>
                    <a:pt x="4175749" y="4300070"/>
                    <a:pt x="4160129" y="4277401"/>
                    <a:pt x="4147936" y="4253014"/>
                  </a:cubicBezTo>
                  <a:close/>
                  <a:moveTo>
                    <a:pt x="4211111" y="2836172"/>
                  </a:moveTo>
                  <a:lnTo>
                    <a:pt x="4202421" y="2848793"/>
                  </a:lnTo>
                  <a:cubicBezTo>
                    <a:pt x="4197421" y="2865010"/>
                    <a:pt x="4191562" y="2881307"/>
                    <a:pt x="4186816" y="2897785"/>
                  </a:cubicBezTo>
                  <a:lnTo>
                    <a:pt x="4185787" y="2903551"/>
                  </a:lnTo>
                  <a:lnTo>
                    <a:pt x="4182513" y="2914328"/>
                  </a:lnTo>
                  <a:lnTo>
                    <a:pt x="4177882" y="2947858"/>
                  </a:lnTo>
                  <a:lnTo>
                    <a:pt x="4177881" y="2947862"/>
                  </a:lnTo>
                  <a:lnTo>
                    <a:pt x="4177881" y="2947863"/>
                  </a:lnTo>
                  <a:cubicBezTo>
                    <a:pt x="4177512" y="2959157"/>
                    <a:pt x="4178512" y="2970576"/>
                    <a:pt x="4181465" y="2982149"/>
                  </a:cubicBezTo>
                  <a:lnTo>
                    <a:pt x="4193158" y="3077402"/>
                  </a:lnTo>
                  <a:lnTo>
                    <a:pt x="4180703" y="3172654"/>
                  </a:lnTo>
                  <a:cubicBezTo>
                    <a:pt x="4154794" y="3276480"/>
                    <a:pt x="4127362" y="3380305"/>
                    <a:pt x="4133076" y="3489467"/>
                  </a:cubicBezTo>
                  <a:cubicBezTo>
                    <a:pt x="4134028" y="3507563"/>
                    <a:pt x="4122407" y="3529090"/>
                    <a:pt x="4110977" y="3544713"/>
                  </a:cubicBezTo>
                  <a:cubicBezTo>
                    <a:pt x="4100119" y="3559668"/>
                    <a:pt x="4094260" y="3566812"/>
                    <a:pt x="4093355" y="3574408"/>
                  </a:cubicBezTo>
                  <a:lnTo>
                    <a:pt x="4093355" y="3574409"/>
                  </a:lnTo>
                  <a:cubicBezTo>
                    <a:pt x="4092450" y="3582005"/>
                    <a:pt x="4096499" y="3590054"/>
                    <a:pt x="4105453" y="3606818"/>
                  </a:cubicBezTo>
                  <a:cubicBezTo>
                    <a:pt x="4109835" y="3614820"/>
                    <a:pt x="4112501" y="3624726"/>
                    <a:pt x="4118979" y="3630633"/>
                  </a:cubicBezTo>
                  <a:lnTo>
                    <a:pt x="4136708" y="3654416"/>
                  </a:lnTo>
                  <a:lnTo>
                    <a:pt x="4140382" y="3668940"/>
                  </a:lnTo>
                  <a:lnTo>
                    <a:pt x="4143220" y="3680164"/>
                  </a:lnTo>
                  <a:lnTo>
                    <a:pt x="4139172" y="3734837"/>
                  </a:lnTo>
                  <a:lnTo>
                    <a:pt x="4139172" y="3734838"/>
                  </a:lnTo>
                  <a:cubicBezTo>
                    <a:pt x="4138220" y="3741316"/>
                    <a:pt x="4136886" y="3749126"/>
                    <a:pt x="4139554" y="3754653"/>
                  </a:cubicBezTo>
                  <a:lnTo>
                    <a:pt x="4145911" y="3789776"/>
                  </a:lnTo>
                  <a:lnTo>
                    <a:pt x="4130980" y="3822472"/>
                  </a:lnTo>
                  <a:cubicBezTo>
                    <a:pt x="4123932" y="3831902"/>
                    <a:pt x="4118312" y="3842046"/>
                    <a:pt x="4116645" y="3852619"/>
                  </a:cubicBezTo>
                  <a:lnTo>
                    <a:pt x="4116645" y="3852620"/>
                  </a:lnTo>
                  <a:lnTo>
                    <a:pt x="4117425" y="3868764"/>
                  </a:lnTo>
                  <a:lnTo>
                    <a:pt x="4126028" y="3885337"/>
                  </a:lnTo>
                  <a:lnTo>
                    <a:pt x="4126028" y="3885339"/>
                  </a:lnTo>
                  <a:cubicBezTo>
                    <a:pt x="4135744" y="3897722"/>
                    <a:pt x="4143150" y="3910319"/>
                    <a:pt x="4148409" y="3923125"/>
                  </a:cubicBezTo>
                  <a:lnTo>
                    <a:pt x="4157913" y="3962160"/>
                  </a:lnTo>
                  <a:lnTo>
                    <a:pt x="4142221" y="4043838"/>
                  </a:lnTo>
                  <a:lnTo>
                    <a:pt x="4142220" y="4043839"/>
                  </a:lnTo>
                  <a:cubicBezTo>
                    <a:pt x="4133457" y="4063842"/>
                    <a:pt x="4128075" y="4083702"/>
                    <a:pt x="4127099" y="4103825"/>
                  </a:cubicBezTo>
                  <a:lnTo>
                    <a:pt x="4127099" y="4103826"/>
                  </a:lnTo>
                  <a:lnTo>
                    <a:pt x="4129066" y="4134256"/>
                  </a:lnTo>
                  <a:lnTo>
                    <a:pt x="4138410" y="4165382"/>
                  </a:lnTo>
                  <a:lnTo>
                    <a:pt x="4138410" y="4165384"/>
                  </a:lnTo>
                  <a:lnTo>
                    <a:pt x="4142315" y="4192388"/>
                  </a:lnTo>
                  <a:lnTo>
                    <a:pt x="4142315" y="4192387"/>
                  </a:lnTo>
                  <a:cubicBezTo>
                    <a:pt x="4142411" y="4182767"/>
                    <a:pt x="4141839" y="4173480"/>
                    <a:pt x="4138410" y="4165383"/>
                  </a:cubicBezTo>
                  <a:lnTo>
                    <a:pt x="4138410" y="4165382"/>
                  </a:lnTo>
                  <a:lnTo>
                    <a:pt x="4127099" y="4103826"/>
                  </a:lnTo>
                  <a:lnTo>
                    <a:pt x="4142220" y="4043840"/>
                  </a:lnTo>
                  <a:lnTo>
                    <a:pt x="4142221" y="4043838"/>
                  </a:lnTo>
                  <a:lnTo>
                    <a:pt x="4155523" y="4002410"/>
                  </a:lnTo>
                  <a:lnTo>
                    <a:pt x="4157913" y="3962160"/>
                  </a:lnTo>
                  <a:lnTo>
                    <a:pt x="4157913" y="3962159"/>
                  </a:lnTo>
                  <a:cubicBezTo>
                    <a:pt x="4155651" y="3935727"/>
                    <a:pt x="4145460" y="3910104"/>
                    <a:pt x="4126028" y="3885338"/>
                  </a:cubicBezTo>
                  <a:lnTo>
                    <a:pt x="4126028" y="3885337"/>
                  </a:lnTo>
                  <a:lnTo>
                    <a:pt x="4116645" y="3852620"/>
                  </a:lnTo>
                  <a:lnTo>
                    <a:pt x="4130980" y="3822473"/>
                  </a:lnTo>
                  <a:cubicBezTo>
                    <a:pt x="4139172" y="3811614"/>
                    <a:pt x="4144316" y="3800897"/>
                    <a:pt x="4145911" y="3789777"/>
                  </a:cubicBezTo>
                  <a:lnTo>
                    <a:pt x="4145911" y="3789776"/>
                  </a:lnTo>
                  <a:cubicBezTo>
                    <a:pt x="4147507" y="3778655"/>
                    <a:pt x="4145554" y="3767130"/>
                    <a:pt x="4139554" y="3754652"/>
                  </a:cubicBezTo>
                  <a:lnTo>
                    <a:pt x="4139172" y="3734838"/>
                  </a:lnTo>
                  <a:lnTo>
                    <a:pt x="4143220" y="3680164"/>
                  </a:lnTo>
                  <a:lnTo>
                    <a:pt x="4143220" y="3680163"/>
                  </a:lnTo>
                  <a:lnTo>
                    <a:pt x="4140382" y="3668940"/>
                  </a:lnTo>
                  <a:lnTo>
                    <a:pt x="4136708" y="3654416"/>
                  </a:lnTo>
                  <a:lnTo>
                    <a:pt x="4136708" y="3654416"/>
                  </a:lnTo>
                  <a:lnTo>
                    <a:pt x="4136708" y="3654415"/>
                  </a:lnTo>
                  <a:cubicBezTo>
                    <a:pt x="4132898" y="3646123"/>
                    <a:pt x="4127219" y="3638157"/>
                    <a:pt x="4118979" y="3630632"/>
                  </a:cubicBezTo>
                  <a:cubicBezTo>
                    <a:pt x="4112501" y="3624725"/>
                    <a:pt x="4109835" y="3614819"/>
                    <a:pt x="4105453" y="3606817"/>
                  </a:cubicBezTo>
                  <a:cubicBezTo>
                    <a:pt x="4100976" y="3598435"/>
                    <a:pt x="4097725" y="3592232"/>
                    <a:pt x="4095707" y="3587174"/>
                  </a:cubicBezTo>
                  <a:lnTo>
                    <a:pt x="4093355" y="3574408"/>
                  </a:lnTo>
                  <a:lnTo>
                    <a:pt x="4098434" y="3562321"/>
                  </a:lnTo>
                  <a:cubicBezTo>
                    <a:pt x="4101369" y="3557716"/>
                    <a:pt x="4105548" y="3552191"/>
                    <a:pt x="4110977" y="3544714"/>
                  </a:cubicBezTo>
                  <a:cubicBezTo>
                    <a:pt x="4122407" y="3529091"/>
                    <a:pt x="4134028" y="3507564"/>
                    <a:pt x="4133076" y="3489468"/>
                  </a:cubicBezTo>
                  <a:cubicBezTo>
                    <a:pt x="4127362" y="3380306"/>
                    <a:pt x="4154794" y="3276481"/>
                    <a:pt x="4180703" y="3172655"/>
                  </a:cubicBezTo>
                  <a:cubicBezTo>
                    <a:pt x="4188705" y="3140650"/>
                    <a:pt x="4192943" y="3109026"/>
                    <a:pt x="4193158" y="3077402"/>
                  </a:cubicBezTo>
                  <a:lnTo>
                    <a:pt x="4193158" y="3077401"/>
                  </a:lnTo>
                  <a:cubicBezTo>
                    <a:pt x="4193372" y="3045777"/>
                    <a:pt x="4189562" y="3014153"/>
                    <a:pt x="4181465" y="2982148"/>
                  </a:cubicBezTo>
                  <a:lnTo>
                    <a:pt x="4177881" y="2947863"/>
                  </a:lnTo>
                  <a:lnTo>
                    <a:pt x="4177882" y="2947858"/>
                  </a:lnTo>
                  <a:lnTo>
                    <a:pt x="4185787" y="2903551"/>
                  </a:lnTo>
                  <a:lnTo>
                    <a:pt x="4202421" y="2848794"/>
                  </a:lnTo>
                  <a:cubicBezTo>
                    <a:pt x="4203754" y="2844317"/>
                    <a:pt x="4207040" y="2839983"/>
                    <a:pt x="4211111" y="2836173"/>
                  </a:cubicBezTo>
                  <a:close/>
                  <a:moveTo>
                    <a:pt x="3726625" y="1508458"/>
                  </a:moveTo>
                  <a:lnTo>
                    <a:pt x="3698531" y="1596214"/>
                  </a:lnTo>
                  <a:cubicBezTo>
                    <a:pt x="3696054" y="1604979"/>
                    <a:pt x="3697579" y="1615837"/>
                    <a:pt x="3700436" y="1624981"/>
                  </a:cubicBezTo>
                  <a:cubicBezTo>
                    <a:pt x="3710152" y="1656224"/>
                    <a:pt x="3734537" y="1676037"/>
                    <a:pt x="3757017" y="1697754"/>
                  </a:cubicBezTo>
                  <a:cubicBezTo>
                    <a:pt x="3766924" y="1707280"/>
                    <a:pt x="3773972" y="1720424"/>
                    <a:pt x="3779686" y="1733189"/>
                  </a:cubicBezTo>
                  <a:cubicBezTo>
                    <a:pt x="3794357" y="1766336"/>
                    <a:pt x="3807501" y="1800247"/>
                    <a:pt x="3821407" y="1833776"/>
                  </a:cubicBezTo>
                  <a:cubicBezTo>
                    <a:pt x="3822741" y="1837014"/>
                    <a:pt x="3826170" y="1839680"/>
                    <a:pt x="3829028" y="1842159"/>
                  </a:cubicBezTo>
                  <a:cubicBezTo>
                    <a:pt x="3859129" y="1866923"/>
                    <a:pt x="3889418" y="1891498"/>
                    <a:pt x="3919519" y="1916455"/>
                  </a:cubicBezTo>
                  <a:cubicBezTo>
                    <a:pt x="3925233" y="1921217"/>
                    <a:pt x="3929425" y="1928077"/>
                    <a:pt x="3934949" y="1933220"/>
                  </a:cubicBezTo>
                  <a:cubicBezTo>
                    <a:pt x="3942569" y="1940460"/>
                    <a:pt x="3949810" y="1949604"/>
                    <a:pt x="3958954" y="1953414"/>
                  </a:cubicBezTo>
                  <a:cubicBezTo>
                    <a:pt x="3987719" y="1965225"/>
                    <a:pt x="4000103" y="1987895"/>
                    <a:pt x="4005437" y="2016470"/>
                  </a:cubicBezTo>
                  <a:cubicBezTo>
                    <a:pt x="4010390" y="2042571"/>
                    <a:pt x="4014582" y="2068670"/>
                    <a:pt x="4020296" y="2094579"/>
                  </a:cubicBezTo>
                  <a:cubicBezTo>
                    <a:pt x="4027154" y="2126202"/>
                    <a:pt x="4034584" y="2157637"/>
                    <a:pt x="4042967" y="2188880"/>
                  </a:cubicBezTo>
                  <a:cubicBezTo>
                    <a:pt x="4046587" y="2202405"/>
                    <a:pt x="4050777" y="2216693"/>
                    <a:pt x="4058207" y="2228315"/>
                  </a:cubicBezTo>
                  <a:cubicBezTo>
                    <a:pt x="4078782" y="2260891"/>
                    <a:pt x="4092688" y="2295754"/>
                    <a:pt x="4087164" y="2334045"/>
                  </a:cubicBezTo>
                  <a:cubicBezTo>
                    <a:pt x="4082782" y="2364716"/>
                    <a:pt x="4094022" y="2390435"/>
                    <a:pt x="4111549" y="2409486"/>
                  </a:cubicBezTo>
                  <a:cubicBezTo>
                    <a:pt x="4119503" y="2418155"/>
                    <a:pt x="4125016" y="2426977"/>
                    <a:pt x="4128650" y="2435913"/>
                  </a:cubicBezTo>
                  <a:lnTo>
                    <a:pt x="4134481" y="2463018"/>
                  </a:lnTo>
                  <a:lnTo>
                    <a:pt x="4125839" y="2518262"/>
                  </a:lnTo>
                  <a:lnTo>
                    <a:pt x="4125838" y="2518264"/>
                  </a:lnTo>
                  <a:cubicBezTo>
                    <a:pt x="4123171" y="2527790"/>
                    <a:pt x="4122027" y="2536457"/>
                    <a:pt x="4122194" y="2545006"/>
                  </a:cubicBezTo>
                  <a:lnTo>
                    <a:pt x="4122194" y="2545007"/>
                  </a:lnTo>
                  <a:cubicBezTo>
                    <a:pt x="4122360" y="2553556"/>
                    <a:pt x="4123837" y="2561986"/>
                    <a:pt x="4126408" y="2571035"/>
                  </a:cubicBezTo>
                  <a:cubicBezTo>
                    <a:pt x="4138410" y="2612946"/>
                    <a:pt x="4170987" y="2640951"/>
                    <a:pt x="4199563" y="2668002"/>
                  </a:cubicBezTo>
                  <a:cubicBezTo>
                    <a:pt x="4223947" y="2691055"/>
                    <a:pt x="4237663" y="2716964"/>
                    <a:pt x="4247953" y="2745349"/>
                  </a:cubicBezTo>
                  <a:lnTo>
                    <a:pt x="4247954" y="2745352"/>
                  </a:lnTo>
                  <a:lnTo>
                    <a:pt x="4253873" y="2778006"/>
                  </a:lnTo>
                  <a:lnTo>
                    <a:pt x="4253453" y="2785440"/>
                  </a:lnTo>
                  <a:lnTo>
                    <a:pt x="4243374" y="2811780"/>
                  </a:lnTo>
                  <a:lnTo>
                    <a:pt x="4243371" y="2811787"/>
                  </a:lnTo>
                  <a:lnTo>
                    <a:pt x="4243372" y="2811787"/>
                  </a:lnTo>
                  <a:lnTo>
                    <a:pt x="4243374" y="2811780"/>
                  </a:lnTo>
                  <a:lnTo>
                    <a:pt x="4253025" y="2793023"/>
                  </a:lnTo>
                  <a:lnTo>
                    <a:pt x="4253453" y="2785440"/>
                  </a:lnTo>
                  <a:lnTo>
                    <a:pt x="4254654" y="2782305"/>
                  </a:lnTo>
                  <a:lnTo>
                    <a:pt x="4253873" y="2778006"/>
                  </a:lnTo>
                  <a:lnTo>
                    <a:pt x="4254284" y="2770758"/>
                  </a:lnTo>
                  <a:lnTo>
                    <a:pt x="4247954" y="2745352"/>
                  </a:lnTo>
                  <a:lnTo>
                    <a:pt x="4247953" y="2745348"/>
                  </a:lnTo>
                  <a:cubicBezTo>
                    <a:pt x="4237663" y="2716963"/>
                    <a:pt x="4223947" y="2691054"/>
                    <a:pt x="4199563" y="2668001"/>
                  </a:cubicBezTo>
                  <a:cubicBezTo>
                    <a:pt x="4170987" y="2640950"/>
                    <a:pt x="4138410" y="2612945"/>
                    <a:pt x="4126408" y="2571034"/>
                  </a:cubicBezTo>
                  <a:lnTo>
                    <a:pt x="4122194" y="2545007"/>
                  </a:lnTo>
                  <a:lnTo>
                    <a:pt x="4125838" y="2518265"/>
                  </a:lnTo>
                  <a:lnTo>
                    <a:pt x="4125839" y="2518262"/>
                  </a:lnTo>
                  <a:lnTo>
                    <a:pt x="4132419" y="2490551"/>
                  </a:lnTo>
                  <a:lnTo>
                    <a:pt x="4134481" y="2463018"/>
                  </a:lnTo>
                  <a:lnTo>
                    <a:pt x="4134481" y="2463017"/>
                  </a:lnTo>
                  <a:cubicBezTo>
                    <a:pt x="4133600" y="2444777"/>
                    <a:pt x="4127457" y="2426822"/>
                    <a:pt x="4111549" y="2409485"/>
                  </a:cubicBezTo>
                  <a:cubicBezTo>
                    <a:pt x="4094022" y="2390434"/>
                    <a:pt x="4082782" y="2364715"/>
                    <a:pt x="4087164" y="2334044"/>
                  </a:cubicBezTo>
                  <a:cubicBezTo>
                    <a:pt x="4092688" y="2295753"/>
                    <a:pt x="4078782" y="2260890"/>
                    <a:pt x="4058207" y="2228314"/>
                  </a:cubicBezTo>
                  <a:cubicBezTo>
                    <a:pt x="4050777" y="2216692"/>
                    <a:pt x="4046587" y="2202404"/>
                    <a:pt x="4042967" y="2188879"/>
                  </a:cubicBezTo>
                  <a:cubicBezTo>
                    <a:pt x="4034584" y="2157636"/>
                    <a:pt x="4027154" y="2126201"/>
                    <a:pt x="4020296" y="2094578"/>
                  </a:cubicBezTo>
                  <a:cubicBezTo>
                    <a:pt x="4014582" y="2068669"/>
                    <a:pt x="4010390" y="2042570"/>
                    <a:pt x="4005437" y="2016469"/>
                  </a:cubicBezTo>
                  <a:cubicBezTo>
                    <a:pt x="4000103" y="1987894"/>
                    <a:pt x="3987719" y="1965224"/>
                    <a:pt x="3958954" y="1953413"/>
                  </a:cubicBezTo>
                  <a:cubicBezTo>
                    <a:pt x="3949810" y="1949603"/>
                    <a:pt x="3942569" y="1940459"/>
                    <a:pt x="3934949" y="1933219"/>
                  </a:cubicBezTo>
                  <a:cubicBezTo>
                    <a:pt x="3929425" y="1928076"/>
                    <a:pt x="3925233" y="1921216"/>
                    <a:pt x="3919519" y="1916454"/>
                  </a:cubicBezTo>
                  <a:cubicBezTo>
                    <a:pt x="3889418" y="1891497"/>
                    <a:pt x="3859129" y="1866922"/>
                    <a:pt x="3829028" y="1842158"/>
                  </a:cubicBezTo>
                  <a:cubicBezTo>
                    <a:pt x="3826170" y="1839679"/>
                    <a:pt x="3822741" y="1837013"/>
                    <a:pt x="3821407" y="1833775"/>
                  </a:cubicBezTo>
                  <a:cubicBezTo>
                    <a:pt x="3807501" y="1800246"/>
                    <a:pt x="3794358" y="1766335"/>
                    <a:pt x="3779686" y="1733188"/>
                  </a:cubicBezTo>
                  <a:cubicBezTo>
                    <a:pt x="3773972" y="1720423"/>
                    <a:pt x="3766924" y="1707279"/>
                    <a:pt x="3757018" y="1697753"/>
                  </a:cubicBezTo>
                  <a:cubicBezTo>
                    <a:pt x="3734538" y="1676036"/>
                    <a:pt x="3710152" y="1656223"/>
                    <a:pt x="3700436" y="1624980"/>
                  </a:cubicBezTo>
                  <a:cubicBezTo>
                    <a:pt x="3697580" y="1615836"/>
                    <a:pt x="3696055" y="1604978"/>
                    <a:pt x="3698532" y="1596213"/>
                  </a:cubicBezTo>
                  <a:close/>
                  <a:moveTo>
                    <a:pt x="3745230" y="1459073"/>
                  </a:moveTo>
                  <a:lnTo>
                    <a:pt x="3745229" y="1459074"/>
                  </a:lnTo>
                  <a:lnTo>
                    <a:pt x="3736012" y="1481572"/>
                  </a:lnTo>
                  <a:close/>
                  <a:moveTo>
                    <a:pt x="3764423" y="1268758"/>
                  </a:moveTo>
                  <a:cubicBezTo>
                    <a:pt x="3764875" y="1275402"/>
                    <a:pt x="3766447" y="1281689"/>
                    <a:pt x="3769590" y="1286070"/>
                  </a:cubicBezTo>
                  <a:cubicBezTo>
                    <a:pt x="3784163" y="1306930"/>
                    <a:pt x="3790403" y="1328553"/>
                    <a:pt x="3791927" y="1350628"/>
                  </a:cubicBezTo>
                  <a:lnTo>
                    <a:pt x="3786333" y="1413840"/>
                  </a:lnTo>
                  <a:lnTo>
                    <a:pt x="3791928" y="1350627"/>
                  </a:lnTo>
                  <a:cubicBezTo>
                    <a:pt x="3790403" y="1328552"/>
                    <a:pt x="3784164" y="1306930"/>
                    <a:pt x="3769590" y="1286069"/>
                  </a:cubicBezTo>
                  <a:close/>
                  <a:moveTo>
                    <a:pt x="3706152" y="773035"/>
                  </a:moveTo>
                  <a:lnTo>
                    <a:pt x="3706152" y="773036"/>
                  </a:lnTo>
                  <a:cubicBezTo>
                    <a:pt x="3708438" y="800277"/>
                    <a:pt x="3711676" y="827330"/>
                    <a:pt x="3714152" y="854380"/>
                  </a:cubicBezTo>
                  <a:cubicBezTo>
                    <a:pt x="3716438" y="878957"/>
                    <a:pt x="3717200" y="903723"/>
                    <a:pt x="3745205" y="915344"/>
                  </a:cubicBezTo>
                  <a:cubicBezTo>
                    <a:pt x="3749587" y="917060"/>
                    <a:pt x="3752825" y="922774"/>
                    <a:pt x="3755683" y="927156"/>
                  </a:cubicBezTo>
                  <a:cubicBezTo>
                    <a:pt x="3799691" y="994786"/>
                    <a:pt x="3798547" y="1030981"/>
                    <a:pt x="3752063" y="1097088"/>
                  </a:cubicBezTo>
                  <a:cubicBezTo>
                    <a:pt x="3747301" y="1103946"/>
                    <a:pt x="3743871" y="1118614"/>
                    <a:pt x="3747681" y="1123186"/>
                  </a:cubicBezTo>
                  <a:cubicBezTo>
                    <a:pt x="3763493" y="1142618"/>
                    <a:pt x="3770542" y="1162954"/>
                    <a:pt x="3772400" y="1184029"/>
                  </a:cubicBezTo>
                  <a:cubicBezTo>
                    <a:pt x="3770542" y="1162954"/>
                    <a:pt x="3763494" y="1142617"/>
                    <a:pt x="3747682" y="1123185"/>
                  </a:cubicBezTo>
                  <a:cubicBezTo>
                    <a:pt x="3743872" y="1118613"/>
                    <a:pt x="3747302" y="1103945"/>
                    <a:pt x="3752064" y="1097087"/>
                  </a:cubicBezTo>
                  <a:cubicBezTo>
                    <a:pt x="3798548" y="1030980"/>
                    <a:pt x="3799692" y="994785"/>
                    <a:pt x="3755684" y="927155"/>
                  </a:cubicBezTo>
                  <a:cubicBezTo>
                    <a:pt x="3752826" y="922773"/>
                    <a:pt x="3749588" y="917059"/>
                    <a:pt x="3745206" y="915343"/>
                  </a:cubicBezTo>
                  <a:cubicBezTo>
                    <a:pt x="3717200" y="903722"/>
                    <a:pt x="3716438" y="878956"/>
                    <a:pt x="3714152" y="854379"/>
                  </a:cubicBezTo>
                  <a:close/>
                  <a:moveTo>
                    <a:pt x="3761553" y="517851"/>
                  </a:moveTo>
                  <a:lnTo>
                    <a:pt x="3752635" y="556048"/>
                  </a:lnTo>
                  <a:cubicBezTo>
                    <a:pt x="3750539" y="564049"/>
                    <a:pt x="3745015" y="572623"/>
                    <a:pt x="3746157" y="580051"/>
                  </a:cubicBezTo>
                  <a:cubicBezTo>
                    <a:pt x="3749491" y="601579"/>
                    <a:pt x="3747062" y="622201"/>
                    <a:pt x="3742776" y="642538"/>
                  </a:cubicBezTo>
                  <a:lnTo>
                    <a:pt x="3730253" y="694928"/>
                  </a:lnTo>
                  <a:lnTo>
                    <a:pt x="3742777" y="642537"/>
                  </a:lnTo>
                  <a:cubicBezTo>
                    <a:pt x="3747063" y="622201"/>
                    <a:pt x="3749492" y="601578"/>
                    <a:pt x="3746158" y="580050"/>
                  </a:cubicBezTo>
                  <a:cubicBezTo>
                    <a:pt x="3745016" y="572622"/>
                    <a:pt x="3750540" y="564048"/>
                    <a:pt x="3752636" y="556047"/>
                  </a:cubicBezTo>
                  <a:close/>
                  <a:moveTo>
                    <a:pt x="3774848" y="298169"/>
                  </a:moveTo>
                  <a:lnTo>
                    <a:pt x="3760065" y="313534"/>
                  </a:lnTo>
                  <a:cubicBezTo>
                    <a:pt x="3755873" y="316390"/>
                    <a:pt x="3758159" y="330299"/>
                    <a:pt x="3759493" y="338871"/>
                  </a:cubicBezTo>
                  <a:lnTo>
                    <a:pt x="3759500" y="338900"/>
                  </a:lnTo>
                  <a:lnTo>
                    <a:pt x="3769400" y="395640"/>
                  </a:lnTo>
                  <a:lnTo>
                    <a:pt x="3765590" y="367328"/>
                  </a:lnTo>
                  <a:lnTo>
                    <a:pt x="3759500" y="338900"/>
                  </a:lnTo>
                  <a:lnTo>
                    <a:pt x="3759494" y="338870"/>
                  </a:lnTo>
                  <a:cubicBezTo>
                    <a:pt x="3758160" y="330298"/>
                    <a:pt x="3755874" y="316389"/>
                    <a:pt x="3760066" y="313533"/>
                  </a:cubicBezTo>
                  <a:close/>
                  <a:moveTo>
                    <a:pt x="3782393" y="281568"/>
                  </a:moveTo>
                  <a:lnTo>
                    <a:pt x="3777498" y="295415"/>
                  </a:lnTo>
                  <a:lnTo>
                    <a:pt x="3777499" y="295415"/>
                  </a:lnTo>
                  <a:close/>
                  <a:moveTo>
                    <a:pt x="3769073" y="24486"/>
                  </a:moveTo>
                  <a:lnTo>
                    <a:pt x="3766810" y="74129"/>
                  </a:lnTo>
                  <a:cubicBezTo>
                    <a:pt x="3767733" y="91492"/>
                    <a:pt x="3770043" y="108703"/>
                    <a:pt x="3772734" y="125861"/>
                  </a:cubicBezTo>
                  <a:lnTo>
                    <a:pt x="3777129" y="153387"/>
                  </a:lnTo>
                  <a:lnTo>
                    <a:pt x="3785402" y="228944"/>
                  </a:lnTo>
                  <a:lnTo>
                    <a:pt x="3780943" y="177271"/>
                  </a:lnTo>
                  <a:lnTo>
                    <a:pt x="3777129" y="153387"/>
                  </a:lnTo>
                  <a:lnTo>
                    <a:pt x="3776930" y="151569"/>
                  </a:lnTo>
                  <a:cubicBezTo>
                    <a:pt x="3772700" y="125876"/>
                    <a:pt x="3768195" y="100174"/>
                    <a:pt x="3766811" y="74129"/>
                  </a:cubicBezTo>
                  <a:close/>
                  <a:moveTo>
                    <a:pt x="3766492" y="0"/>
                  </a:moveTo>
                  <a:lnTo>
                    <a:pt x="4230600" y="0"/>
                  </a:lnTo>
                  <a:lnTo>
                    <a:pt x="4229473" y="2817"/>
                  </a:lnTo>
                  <a:cubicBezTo>
                    <a:pt x="4221092" y="21486"/>
                    <a:pt x="4218423" y="43012"/>
                    <a:pt x="4215375" y="63587"/>
                  </a:cubicBezTo>
                  <a:cubicBezTo>
                    <a:pt x="4209851" y="101308"/>
                    <a:pt x="4206421" y="139219"/>
                    <a:pt x="4201468" y="176939"/>
                  </a:cubicBezTo>
                  <a:cubicBezTo>
                    <a:pt x="4200325" y="184941"/>
                    <a:pt x="4198231" y="194085"/>
                    <a:pt x="4193466" y="200182"/>
                  </a:cubicBezTo>
                  <a:cubicBezTo>
                    <a:pt x="4161461" y="241901"/>
                    <a:pt x="4152508" y="292579"/>
                    <a:pt x="4155554" y="340774"/>
                  </a:cubicBezTo>
                  <a:cubicBezTo>
                    <a:pt x="4157843" y="378686"/>
                    <a:pt x="4159557" y="415835"/>
                    <a:pt x="4156319" y="453364"/>
                  </a:cubicBezTo>
                  <a:cubicBezTo>
                    <a:pt x="4156127" y="456222"/>
                    <a:pt x="4156509" y="460032"/>
                    <a:pt x="4158033" y="462126"/>
                  </a:cubicBezTo>
                  <a:cubicBezTo>
                    <a:pt x="4168129" y="475081"/>
                    <a:pt x="4168891" y="488607"/>
                    <a:pt x="4170605" y="505182"/>
                  </a:cubicBezTo>
                  <a:cubicBezTo>
                    <a:pt x="4173083" y="528615"/>
                    <a:pt x="4171367" y="550141"/>
                    <a:pt x="4167177" y="571860"/>
                  </a:cubicBezTo>
                  <a:cubicBezTo>
                    <a:pt x="4164129" y="587672"/>
                    <a:pt x="4157843" y="603673"/>
                    <a:pt x="4149840" y="617772"/>
                  </a:cubicBezTo>
                  <a:cubicBezTo>
                    <a:pt x="4138600" y="637392"/>
                    <a:pt x="4134220" y="656255"/>
                    <a:pt x="4149078" y="674923"/>
                  </a:cubicBezTo>
                  <a:cubicBezTo>
                    <a:pt x="4164891" y="695116"/>
                    <a:pt x="4159367" y="717977"/>
                    <a:pt x="4159937" y="740268"/>
                  </a:cubicBezTo>
                  <a:cubicBezTo>
                    <a:pt x="4160129" y="749982"/>
                    <a:pt x="4159747" y="760270"/>
                    <a:pt x="4162223" y="769605"/>
                  </a:cubicBezTo>
                  <a:cubicBezTo>
                    <a:pt x="4169273" y="796655"/>
                    <a:pt x="4179941" y="822756"/>
                    <a:pt x="4184703" y="850189"/>
                  </a:cubicBezTo>
                  <a:cubicBezTo>
                    <a:pt x="4187370" y="865430"/>
                    <a:pt x="4182607" y="882384"/>
                    <a:pt x="4179179" y="898198"/>
                  </a:cubicBezTo>
                  <a:cubicBezTo>
                    <a:pt x="4175559" y="914200"/>
                    <a:pt x="4170035" y="930011"/>
                    <a:pt x="4164319" y="945444"/>
                  </a:cubicBezTo>
                  <a:cubicBezTo>
                    <a:pt x="4160509" y="955920"/>
                    <a:pt x="4156889" y="967350"/>
                    <a:pt x="4150030" y="975733"/>
                  </a:cubicBezTo>
                  <a:cubicBezTo>
                    <a:pt x="4134410" y="994785"/>
                    <a:pt x="4131742" y="1014406"/>
                    <a:pt x="4139934" y="1036887"/>
                  </a:cubicBezTo>
                  <a:cubicBezTo>
                    <a:pt x="4141268" y="1040315"/>
                    <a:pt x="4141268" y="1044315"/>
                    <a:pt x="4141458" y="1048125"/>
                  </a:cubicBezTo>
                  <a:cubicBezTo>
                    <a:pt x="4145458" y="1109091"/>
                    <a:pt x="4147936" y="1170051"/>
                    <a:pt x="4154032" y="1230633"/>
                  </a:cubicBezTo>
                  <a:cubicBezTo>
                    <a:pt x="4156509" y="1255206"/>
                    <a:pt x="4167367" y="1278829"/>
                    <a:pt x="4174225" y="1303024"/>
                  </a:cubicBezTo>
                  <a:cubicBezTo>
                    <a:pt x="4175559" y="1307978"/>
                    <a:pt x="4177655" y="1313504"/>
                    <a:pt x="4176701" y="1318456"/>
                  </a:cubicBezTo>
                  <a:cubicBezTo>
                    <a:pt x="4167177" y="1372368"/>
                    <a:pt x="4181083" y="1422854"/>
                    <a:pt x="4199372" y="1472575"/>
                  </a:cubicBezTo>
                  <a:cubicBezTo>
                    <a:pt x="4201278" y="1477717"/>
                    <a:pt x="4200706" y="1484004"/>
                    <a:pt x="4200325" y="1489720"/>
                  </a:cubicBezTo>
                  <a:cubicBezTo>
                    <a:pt x="4198993" y="1505724"/>
                    <a:pt x="4192324" y="1523059"/>
                    <a:pt x="4196324" y="1537537"/>
                  </a:cubicBezTo>
                  <a:cubicBezTo>
                    <a:pt x="4207374" y="1576019"/>
                    <a:pt x="4220709" y="1614120"/>
                    <a:pt x="4237474" y="1650317"/>
                  </a:cubicBezTo>
                  <a:cubicBezTo>
                    <a:pt x="4254428" y="1687086"/>
                    <a:pt x="4268716" y="1721185"/>
                    <a:pt x="4251572" y="1763287"/>
                  </a:cubicBezTo>
                  <a:cubicBezTo>
                    <a:pt x="4244332" y="1781194"/>
                    <a:pt x="4249476" y="1804816"/>
                    <a:pt x="4251380" y="1825393"/>
                  </a:cubicBezTo>
                  <a:cubicBezTo>
                    <a:pt x="4252904" y="1840441"/>
                    <a:pt x="4261478" y="1854920"/>
                    <a:pt x="4261478" y="1869780"/>
                  </a:cubicBezTo>
                  <a:cubicBezTo>
                    <a:pt x="4261478" y="1909408"/>
                    <a:pt x="4271574" y="1944649"/>
                    <a:pt x="4292149" y="1978940"/>
                  </a:cubicBezTo>
                  <a:cubicBezTo>
                    <a:pt x="4300150" y="1992279"/>
                    <a:pt x="4294815" y="2013043"/>
                    <a:pt x="4296911" y="2030378"/>
                  </a:cubicBezTo>
                  <a:cubicBezTo>
                    <a:pt x="4299388" y="2048668"/>
                    <a:pt x="4301673" y="2067525"/>
                    <a:pt x="4307201" y="2085054"/>
                  </a:cubicBezTo>
                  <a:cubicBezTo>
                    <a:pt x="4321679" y="2130393"/>
                    <a:pt x="4338062" y="2175163"/>
                    <a:pt x="4353302" y="2220312"/>
                  </a:cubicBezTo>
                  <a:cubicBezTo>
                    <a:pt x="4365877" y="2257459"/>
                    <a:pt x="4355970" y="2294039"/>
                    <a:pt x="4350636" y="2330806"/>
                  </a:cubicBezTo>
                  <a:cubicBezTo>
                    <a:pt x="4347205" y="2353859"/>
                    <a:pt x="4339013" y="2375383"/>
                    <a:pt x="4351206" y="2401292"/>
                  </a:cubicBezTo>
                  <a:cubicBezTo>
                    <a:pt x="4362828" y="2426059"/>
                    <a:pt x="4360160" y="2457492"/>
                    <a:pt x="4366446" y="2485307"/>
                  </a:cubicBezTo>
                  <a:cubicBezTo>
                    <a:pt x="4371781" y="2508742"/>
                    <a:pt x="4380354" y="2531409"/>
                    <a:pt x="4388736" y="2554079"/>
                  </a:cubicBezTo>
                  <a:cubicBezTo>
                    <a:pt x="4400168" y="2584942"/>
                    <a:pt x="4412167" y="2615421"/>
                    <a:pt x="4406453" y="2649143"/>
                  </a:cubicBezTo>
                  <a:cubicBezTo>
                    <a:pt x="4399976" y="2687436"/>
                    <a:pt x="4424359" y="2713723"/>
                    <a:pt x="4440554" y="2743826"/>
                  </a:cubicBezTo>
                  <a:cubicBezTo>
                    <a:pt x="4451603" y="2764590"/>
                    <a:pt x="4459795" y="2787259"/>
                    <a:pt x="4466653" y="2809930"/>
                  </a:cubicBezTo>
                  <a:cubicBezTo>
                    <a:pt x="4475607" y="2840219"/>
                    <a:pt x="4480941" y="2871462"/>
                    <a:pt x="4489705" y="2901943"/>
                  </a:cubicBezTo>
                  <a:cubicBezTo>
                    <a:pt x="4502848" y="2948047"/>
                    <a:pt x="4513137" y="2994722"/>
                    <a:pt x="4505897" y="3042728"/>
                  </a:cubicBezTo>
                  <a:cubicBezTo>
                    <a:pt x="4502659" y="3064827"/>
                    <a:pt x="4502848" y="3085403"/>
                    <a:pt x="4507613" y="3107500"/>
                  </a:cubicBezTo>
                  <a:cubicBezTo>
                    <a:pt x="4515422" y="3143695"/>
                    <a:pt x="4516376" y="3180844"/>
                    <a:pt x="4545521" y="3209993"/>
                  </a:cubicBezTo>
                  <a:cubicBezTo>
                    <a:pt x="4555811" y="3220280"/>
                    <a:pt x="4558477" y="3238758"/>
                    <a:pt x="4563811" y="3253809"/>
                  </a:cubicBezTo>
                  <a:cubicBezTo>
                    <a:pt x="4570099" y="3271145"/>
                    <a:pt x="4566858" y="3283908"/>
                    <a:pt x="4548570" y="3293244"/>
                  </a:cubicBezTo>
                  <a:cubicBezTo>
                    <a:pt x="4540379" y="3297434"/>
                    <a:pt x="4532378" y="3309437"/>
                    <a:pt x="4531043" y="3318771"/>
                  </a:cubicBezTo>
                  <a:cubicBezTo>
                    <a:pt x="4527043" y="3346776"/>
                    <a:pt x="4532950" y="3372495"/>
                    <a:pt x="4545904" y="3399546"/>
                  </a:cubicBezTo>
                  <a:cubicBezTo>
                    <a:pt x="4558096" y="3424883"/>
                    <a:pt x="4556762" y="3456508"/>
                    <a:pt x="4561524" y="3485275"/>
                  </a:cubicBezTo>
                  <a:cubicBezTo>
                    <a:pt x="4564954" y="3505657"/>
                    <a:pt x="4572002" y="3526042"/>
                    <a:pt x="4572002" y="3546617"/>
                  </a:cubicBezTo>
                  <a:cubicBezTo>
                    <a:pt x="4572002" y="3572146"/>
                    <a:pt x="4565907" y="3597482"/>
                    <a:pt x="4563620" y="3623201"/>
                  </a:cubicBezTo>
                  <a:cubicBezTo>
                    <a:pt x="4561716" y="3643204"/>
                    <a:pt x="4562478" y="3663589"/>
                    <a:pt x="4560192" y="3683591"/>
                  </a:cubicBezTo>
                  <a:cubicBezTo>
                    <a:pt x="4558477" y="3699976"/>
                    <a:pt x="4554096" y="3716168"/>
                    <a:pt x="4550476" y="3732361"/>
                  </a:cubicBezTo>
                  <a:cubicBezTo>
                    <a:pt x="4549142" y="3738267"/>
                    <a:pt x="4543998" y="3744173"/>
                    <a:pt x="4544759" y="3749506"/>
                  </a:cubicBezTo>
                  <a:cubicBezTo>
                    <a:pt x="4552953" y="3802467"/>
                    <a:pt x="4516376" y="3840569"/>
                    <a:pt x="4500182" y="3885338"/>
                  </a:cubicBezTo>
                  <a:cubicBezTo>
                    <a:pt x="4483035" y="3932394"/>
                    <a:pt x="4456748" y="3977925"/>
                    <a:pt x="4464557" y="4030503"/>
                  </a:cubicBezTo>
                  <a:cubicBezTo>
                    <a:pt x="4469319" y="4062318"/>
                    <a:pt x="4480369" y="4092989"/>
                    <a:pt x="4487039" y="4124614"/>
                  </a:cubicBezTo>
                  <a:cubicBezTo>
                    <a:pt x="4489324" y="4135854"/>
                    <a:pt x="4488943" y="4148427"/>
                    <a:pt x="4486656" y="4159667"/>
                  </a:cubicBezTo>
                  <a:cubicBezTo>
                    <a:pt x="4476177" y="4213961"/>
                    <a:pt x="4474653" y="4267493"/>
                    <a:pt x="4491801" y="4320837"/>
                  </a:cubicBezTo>
                  <a:cubicBezTo>
                    <a:pt x="4494659" y="4329979"/>
                    <a:pt x="4497325" y="4339695"/>
                    <a:pt x="4497325" y="4349222"/>
                  </a:cubicBezTo>
                  <a:cubicBezTo>
                    <a:pt x="4497325" y="4401419"/>
                    <a:pt x="4493324" y="4452665"/>
                    <a:pt x="4474653" y="4502579"/>
                  </a:cubicBezTo>
                  <a:cubicBezTo>
                    <a:pt x="4468368" y="4519343"/>
                    <a:pt x="4472368" y="4539728"/>
                    <a:pt x="4470844" y="4558207"/>
                  </a:cubicBezTo>
                  <a:cubicBezTo>
                    <a:pt x="4469511" y="4575351"/>
                    <a:pt x="4468940" y="4592878"/>
                    <a:pt x="4464557" y="4609452"/>
                  </a:cubicBezTo>
                  <a:cubicBezTo>
                    <a:pt x="4458082" y="4633647"/>
                    <a:pt x="4457320" y="4656126"/>
                    <a:pt x="4463033" y="4681083"/>
                  </a:cubicBezTo>
                  <a:cubicBezTo>
                    <a:pt x="4468368" y="4704895"/>
                    <a:pt x="4465702" y="4730614"/>
                    <a:pt x="4465891" y="4755381"/>
                  </a:cubicBezTo>
                  <a:cubicBezTo>
                    <a:pt x="4466082" y="4783004"/>
                    <a:pt x="4466272" y="4810627"/>
                    <a:pt x="4465319" y="4838250"/>
                  </a:cubicBezTo>
                  <a:cubicBezTo>
                    <a:pt x="4464940" y="4849300"/>
                    <a:pt x="4457320" y="4861873"/>
                    <a:pt x="4460367" y="4871019"/>
                  </a:cubicBezTo>
                  <a:cubicBezTo>
                    <a:pt x="4470653" y="4900546"/>
                    <a:pt x="4458271" y="4930075"/>
                    <a:pt x="4463795" y="4959602"/>
                  </a:cubicBezTo>
                  <a:cubicBezTo>
                    <a:pt x="4466653" y="4974082"/>
                    <a:pt x="4458844" y="4990465"/>
                    <a:pt x="4458082" y="5006086"/>
                  </a:cubicBezTo>
                  <a:cubicBezTo>
                    <a:pt x="4456748" y="5031614"/>
                    <a:pt x="4457320" y="5057141"/>
                    <a:pt x="4456937" y="5082670"/>
                  </a:cubicBezTo>
                  <a:cubicBezTo>
                    <a:pt x="4456748" y="5091052"/>
                    <a:pt x="4455986" y="5099245"/>
                    <a:pt x="4455603" y="5107627"/>
                  </a:cubicBezTo>
                  <a:cubicBezTo>
                    <a:pt x="4455223" y="5115057"/>
                    <a:pt x="4453508" y="5122867"/>
                    <a:pt x="4454840" y="5129916"/>
                  </a:cubicBezTo>
                  <a:cubicBezTo>
                    <a:pt x="4459605" y="5155445"/>
                    <a:pt x="4467415" y="5180591"/>
                    <a:pt x="4470464" y="5206308"/>
                  </a:cubicBezTo>
                  <a:cubicBezTo>
                    <a:pt x="4473130" y="5228597"/>
                    <a:pt x="4469511" y="5251650"/>
                    <a:pt x="4471415" y="5274129"/>
                  </a:cubicBezTo>
                  <a:cubicBezTo>
                    <a:pt x="4474653" y="5313754"/>
                    <a:pt x="4480369" y="5353379"/>
                    <a:pt x="4483990" y="5393005"/>
                  </a:cubicBezTo>
                  <a:cubicBezTo>
                    <a:pt x="4484752" y="5401579"/>
                    <a:pt x="4479988" y="5410531"/>
                    <a:pt x="4479607" y="5419295"/>
                  </a:cubicBezTo>
                  <a:cubicBezTo>
                    <a:pt x="4478656" y="5446728"/>
                    <a:pt x="4478464" y="5474161"/>
                    <a:pt x="4477894" y="5501594"/>
                  </a:cubicBezTo>
                  <a:cubicBezTo>
                    <a:pt x="4477702" y="5517215"/>
                    <a:pt x="4478273" y="5533027"/>
                    <a:pt x="4476560" y="5548460"/>
                  </a:cubicBezTo>
                  <a:cubicBezTo>
                    <a:pt x="4474273" y="5568842"/>
                    <a:pt x="4470844" y="5587321"/>
                    <a:pt x="4485703" y="5606372"/>
                  </a:cubicBezTo>
                  <a:cubicBezTo>
                    <a:pt x="4508755" y="5635711"/>
                    <a:pt x="4499801" y="5673050"/>
                    <a:pt x="4505134" y="5706959"/>
                  </a:cubicBezTo>
                  <a:cubicBezTo>
                    <a:pt x="4506468" y="5715723"/>
                    <a:pt x="4506659" y="5724678"/>
                    <a:pt x="4508183" y="5733440"/>
                  </a:cubicBezTo>
                  <a:cubicBezTo>
                    <a:pt x="4511041" y="5749634"/>
                    <a:pt x="4514279" y="5765635"/>
                    <a:pt x="4517519" y="5781830"/>
                  </a:cubicBezTo>
                  <a:cubicBezTo>
                    <a:pt x="4518089" y="5784686"/>
                    <a:pt x="4518281" y="5787924"/>
                    <a:pt x="4519234" y="5790592"/>
                  </a:cubicBezTo>
                  <a:cubicBezTo>
                    <a:pt x="4527233" y="5815169"/>
                    <a:pt x="4536378" y="5839361"/>
                    <a:pt x="4542855" y="5864318"/>
                  </a:cubicBezTo>
                  <a:cubicBezTo>
                    <a:pt x="4546095" y="5876511"/>
                    <a:pt x="4546476" y="5890037"/>
                    <a:pt x="4544759" y="5902610"/>
                  </a:cubicBezTo>
                  <a:cubicBezTo>
                    <a:pt x="4539808" y="5939377"/>
                    <a:pt x="4537712" y="5975764"/>
                    <a:pt x="4544951" y="6012723"/>
                  </a:cubicBezTo>
                  <a:cubicBezTo>
                    <a:pt x="4547808" y="6027392"/>
                    <a:pt x="4543045" y="6043776"/>
                    <a:pt x="4541332" y="6059397"/>
                  </a:cubicBezTo>
                  <a:cubicBezTo>
                    <a:pt x="4536759" y="6096736"/>
                    <a:pt x="4531805" y="6134075"/>
                    <a:pt x="4527426" y="6171605"/>
                  </a:cubicBezTo>
                  <a:cubicBezTo>
                    <a:pt x="4524758" y="6195037"/>
                    <a:pt x="4523234" y="6218660"/>
                    <a:pt x="4520568" y="6242093"/>
                  </a:cubicBezTo>
                  <a:cubicBezTo>
                    <a:pt x="4517327" y="6269144"/>
                    <a:pt x="4512375" y="6296005"/>
                    <a:pt x="4509706" y="6323058"/>
                  </a:cubicBezTo>
                  <a:cubicBezTo>
                    <a:pt x="4506659" y="6353919"/>
                    <a:pt x="4506089" y="6384972"/>
                    <a:pt x="4502848" y="6415833"/>
                  </a:cubicBezTo>
                  <a:cubicBezTo>
                    <a:pt x="4496563" y="6472225"/>
                    <a:pt x="4489132" y="6528424"/>
                    <a:pt x="4482084" y="6584812"/>
                  </a:cubicBezTo>
                  <a:cubicBezTo>
                    <a:pt x="4475226" y="6639488"/>
                    <a:pt x="4469129" y="6694164"/>
                    <a:pt x="4460557" y="6748458"/>
                  </a:cubicBezTo>
                  <a:cubicBezTo>
                    <a:pt x="4456937" y="6771319"/>
                    <a:pt x="4447030" y="6793035"/>
                    <a:pt x="4441507" y="6815516"/>
                  </a:cubicBezTo>
                  <a:lnTo>
                    <a:pt x="4431806" y="6858001"/>
                  </a:lnTo>
                  <a:lnTo>
                    <a:pt x="4259554" y="6858001"/>
                  </a:lnTo>
                  <a:lnTo>
                    <a:pt x="4259554" y="6858002"/>
                  </a:lnTo>
                  <a:lnTo>
                    <a:pt x="0" y="6858002"/>
                  </a:lnTo>
                  <a:lnTo>
                    <a:pt x="0" y="2"/>
                  </a:lnTo>
                  <a:lnTo>
                    <a:pt x="3766492" y="1"/>
                  </a:lnTo>
                  <a:lnTo>
                    <a:pt x="3769210" y="21486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EDE579A-0A12-4A10-85D4-A8DA1663B8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15CA79E3-BA58-419A-8541-7498AC2633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2348C622-BC44-4959-B64E-427015FD1F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F8841A98-AA1D-4F65-A368-EF31110B07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E6609F08-9B2C-4879-AC68-E3E537BED7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2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6910EFC9-D70D-42FD-BCCD-AB1F710BFD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83BEF371-1E22-4C4F-A62F-AC6B92CAE0B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FD6B690-99D5-E669-07B6-6829EB152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00" y="1641752"/>
            <a:ext cx="1991915" cy="4384188"/>
          </a:xfrm>
        </p:spPr>
        <p:txBody>
          <a:bodyPr anchor="t">
            <a:normAutofit/>
          </a:bodyPr>
          <a:lstStyle/>
          <a:p>
            <a:r>
              <a:rPr lang="en-US" sz="3500" b="1" dirty="0">
                <a:solidFill>
                  <a:schemeClr val="bg1"/>
                </a:solidFill>
              </a:rPr>
              <a:t>How Power BI Extracts Data from Websites</a:t>
            </a:r>
            <a:endParaRPr lang="en-IN" sz="3500" b="1" dirty="0">
              <a:solidFill>
                <a:schemeClr val="bg1"/>
              </a:solidFill>
            </a:endParaRP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CD52AA8C-6D46-D929-B53D-D213302FBD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949853"/>
              </p:ext>
            </p:extLst>
          </p:nvPr>
        </p:nvGraphicFramePr>
        <p:xfrm>
          <a:off x="3924300" y="841375"/>
          <a:ext cx="4591050" cy="51845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189099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EB4F8-AE81-8455-C335-ACD086550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/>
              <a:t>Extracting Product Prices from a Website in Power BI</a:t>
            </a:r>
            <a:endParaRPr lang="en-IN" b="1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7CFB4DB-8AC2-EDE5-10D2-E8B99D1312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1045494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761325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917DE0-5C31-DDAC-E3D0-79C7ED917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 dirty="0"/>
              <a:t>Challenges Faced in Extracting Data from Amazon.ca Using Power BI</a:t>
            </a:r>
            <a:endParaRPr lang="en-IN" sz="4000" dirty="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F354677-D12C-980C-3BB9-150A3A0194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600061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1428467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Comparison of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1700"/>
              <a:t>• Playwright vs. Puppeteer: Speed and multi-browser support</a:t>
            </a:r>
          </a:p>
          <a:p>
            <a:pPr marL="0" indent="0">
              <a:buNone/>
            </a:pPr>
            <a:r>
              <a:rPr lang="en-IN" sz="1700"/>
              <a:t>• BeautifulSoup vs. Selenium: Static vs. dynamic content</a:t>
            </a:r>
          </a:p>
          <a:p>
            <a:pPr marL="0" indent="0">
              <a:buNone/>
            </a:pPr>
            <a:r>
              <a:rPr lang="en-IN" sz="1700"/>
              <a:t>• Scrapy/APIfy: Ideal for large-scale extraction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IN" sz="3500" dirty="0">
                <a:solidFill>
                  <a:srgbClr val="FFFFFF"/>
                </a:solidFill>
              </a:rP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/>
              <a:t>• Amazon's anti-scraping measures blocked Power BI extraction</a:t>
            </a:r>
          </a:p>
          <a:p>
            <a:pPr marL="0" indent="0">
              <a:buNone/>
            </a:pPr>
            <a:r>
              <a:rPr lang="en-US" sz="1700"/>
              <a:t>• BeautifulSoup was slow and eventually blocked</a:t>
            </a:r>
          </a:p>
          <a:p>
            <a:pPr marL="0" indent="0">
              <a:buNone/>
            </a:pPr>
            <a:r>
              <a:rPr lang="en-US" sz="1700"/>
              <a:t>• JavaScript-based scraping (Axios, Cheerio) used as alternatives</a:t>
            </a:r>
          </a:p>
          <a:p>
            <a:pPr marL="0" indent="0">
              <a:buNone/>
            </a:pPr>
            <a:r>
              <a:rPr lang="en-US" sz="1700"/>
              <a:t>• Octoparse had extraction limits and data inconsistencies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Our Project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/>
              <a:t>• Objective: Scrape data from Amazon.in for price recommendation</a:t>
            </a:r>
          </a:p>
          <a:p>
            <a:pPr marL="0" indent="0">
              <a:buNone/>
            </a:pPr>
            <a:r>
              <a:rPr lang="en-US" sz="1700"/>
              <a:t>• Used Power BI and Excel but faced issues with large datasets</a:t>
            </a:r>
          </a:p>
          <a:p>
            <a:pPr marL="0" indent="0">
              <a:buNone/>
            </a:pPr>
            <a:r>
              <a:rPr lang="en-US" sz="1700"/>
              <a:t>• Considered BeautifulSoup but blocked due to anti-scraping measures</a:t>
            </a:r>
          </a:p>
          <a:p>
            <a:pPr marL="0" indent="0">
              <a:buNone/>
            </a:pPr>
            <a:r>
              <a:rPr lang="en-US" sz="1700"/>
              <a:t>• Did not use Playwright and Puppeteer due to complexity and resource usage</a:t>
            </a:r>
          </a:p>
          <a:p>
            <a:pPr marL="0" indent="0">
              <a:buNone/>
            </a:pPr>
            <a:r>
              <a:rPr lang="en-US" sz="1700"/>
              <a:t>• Octoparse was not customizable enough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820</TotalTime>
  <Words>3480</Words>
  <Application>Microsoft Office PowerPoint</Application>
  <PresentationFormat>On-screen Show (4:3)</PresentationFormat>
  <Paragraphs>350</Paragraphs>
  <Slides>55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0" baseType="lpstr">
      <vt:lpstr>Aptos</vt:lpstr>
      <vt:lpstr>Arial</vt:lpstr>
      <vt:lpstr>Calibri</vt:lpstr>
      <vt:lpstr>Wingdings</vt:lpstr>
      <vt:lpstr>Office Theme</vt:lpstr>
      <vt:lpstr>Data Scraping and Parsing Technologies</vt:lpstr>
      <vt:lpstr>Project Overview- Price Recommendation System for Amazon.in Sellers</vt:lpstr>
      <vt:lpstr>Introduction to Data Scraping &amp; Parsing</vt:lpstr>
      <vt:lpstr>What is Web Automation?</vt:lpstr>
      <vt:lpstr>Technologies Overview</vt:lpstr>
      <vt:lpstr>Introduction to Selenium</vt:lpstr>
      <vt:lpstr>Selenium Components</vt:lpstr>
      <vt:lpstr>Locating Web Elements</vt:lpstr>
      <vt:lpstr>List of Selenium Actions</vt:lpstr>
      <vt:lpstr>List of Selenium Actions</vt:lpstr>
      <vt:lpstr>List of Selenium Actions</vt:lpstr>
      <vt:lpstr>List of Selenium Actions</vt:lpstr>
      <vt:lpstr>Steps for Selenium Web Scraping</vt:lpstr>
      <vt:lpstr>Key Challenges - Selenium</vt:lpstr>
      <vt:lpstr>Introduction to Puppeteer</vt:lpstr>
      <vt:lpstr> Puppeteer Key Features</vt:lpstr>
      <vt:lpstr> Locating Elements in Puppeteer</vt:lpstr>
      <vt:lpstr>List of Puppeteer Actions</vt:lpstr>
      <vt:lpstr>List of Puppeteer Actions</vt:lpstr>
      <vt:lpstr>List of Puppeteer Actions</vt:lpstr>
      <vt:lpstr>List of Puppeteer Actions</vt:lpstr>
      <vt:lpstr>Steps for Web Scraping with Puppeteer</vt:lpstr>
      <vt:lpstr>Headless Mode &amp; Advanced Features in Puppeteer</vt:lpstr>
      <vt:lpstr>Key Challenges -Puppeteer</vt:lpstr>
      <vt:lpstr>Introduction to Playwright</vt:lpstr>
      <vt:lpstr>Playwright Key Features</vt:lpstr>
      <vt:lpstr>Locating Elements in Playwright</vt:lpstr>
      <vt:lpstr>List of Playwright Actions</vt:lpstr>
      <vt:lpstr>List of Playwright Actions</vt:lpstr>
      <vt:lpstr>List of Playwright Actions</vt:lpstr>
      <vt:lpstr>List of Playwright Actions</vt:lpstr>
      <vt:lpstr>Steps for Web Scraping with Playwright</vt:lpstr>
      <vt:lpstr>Headless Mode &amp; Advanced Features in Playwright</vt:lpstr>
      <vt:lpstr>BeautifulSoup – Static HTML Parsing</vt:lpstr>
      <vt:lpstr>How Does BeautifulSoup Work? </vt:lpstr>
      <vt:lpstr>When to Use BeautifulSoup?</vt:lpstr>
      <vt:lpstr>Scraping Product Details from a Static Web Page -  Let’s scrape a product’s name and price from an e-commerce webpage.</vt:lpstr>
      <vt:lpstr>Challenges Faced with BeautifulSoup &amp; Solutions Used</vt:lpstr>
      <vt:lpstr>Scrapy/APIfy</vt:lpstr>
      <vt:lpstr>How Scrapy Works</vt:lpstr>
      <vt:lpstr>When to Use Scrapy?</vt:lpstr>
      <vt:lpstr>Scraping Product Data with Scrapy Let’s scrape product names and prices from an e-commerce website using Scrapy.</vt:lpstr>
      <vt:lpstr>APIfy: Cloud-Based Web Scraping &amp; Automation </vt:lpstr>
      <vt:lpstr>How APIfy Works</vt:lpstr>
      <vt:lpstr>When to Use APIfy?</vt:lpstr>
      <vt:lpstr>Best Practices for Scrapy &amp; APIfy</vt:lpstr>
      <vt:lpstr>Challenges</vt:lpstr>
      <vt:lpstr>Power BI</vt:lpstr>
      <vt:lpstr>Why Use Power BI for Web Data Extraction?</vt:lpstr>
      <vt:lpstr>How Power BI Extracts Data from Websites</vt:lpstr>
      <vt:lpstr>Extracting Product Prices from a Website in Power BI</vt:lpstr>
      <vt:lpstr>Challenges Faced in Extracting Data from Amazon.ca Using Power BI</vt:lpstr>
      <vt:lpstr>Comparison of Technologies</vt:lpstr>
      <vt:lpstr>Challenges</vt:lpstr>
      <vt:lpstr>Our Project Approach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Devi Unni</cp:lastModifiedBy>
  <cp:revision>7</cp:revision>
  <dcterms:created xsi:type="dcterms:W3CDTF">2013-01-27T09:14:16Z</dcterms:created>
  <dcterms:modified xsi:type="dcterms:W3CDTF">2025-03-04T04:03:52Z</dcterms:modified>
  <cp:category/>
</cp:coreProperties>
</file>